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charts/chart1.xml" ContentType="application/vnd.openxmlformats-officedocument.drawingml.char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19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26.xml" ContentType="application/vnd.openxmlformats-officedocument.theme+xml"/>
  <Override PartName="/ppt/theme/theme1.xml" ContentType="application/vnd.openxmlformats-officedocument.theme+xml"/>
  <Override PartName="/ppt/theme/theme27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_rels/slideLayout35.xml.rels" ContentType="application/vnd.openxmlformats-package.relationships+xml"/>
  <Override PartName="/ppt/slideLayouts/_rels/slideLayout119.xml.rels" ContentType="application/vnd.openxmlformats-package.relationships+xml"/>
  <Override PartName="/ppt/slideLayouts/_rels/slideLayout298.xml.rels" ContentType="application/vnd.openxmlformats-package.relationships+xml"/>
  <Override PartName="/ppt/slideLayouts/_rels/slideLayout304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37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38.xml.rels" ContentType="application/vnd.openxmlformats-package.relationships+xml"/>
  <Override PartName="/ppt/slideLayouts/_rels/slideLayout299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3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1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00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01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0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0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90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91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9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09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129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148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49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200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201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202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203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204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205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206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207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208.xml.rels" ContentType="application/vnd.openxmlformats-package.relationships+xml"/>
  <Override PartName="/ppt/slideLayouts/_rels/slideLayout158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159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210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211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212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213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214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215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216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217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218.xml.rels" ContentType="application/vnd.openxmlformats-package.relationships+xml"/>
  <Override PartName="/ppt/slideLayouts/_rels/slideLayout168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169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220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221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222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223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224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225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226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227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228.xml.rels" ContentType="application/vnd.openxmlformats-package.relationships+xml"/>
  <Override PartName="/ppt/slideLayouts/_rels/slideLayout178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179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230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231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232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233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234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235.xml.rels" ContentType="application/vnd.openxmlformats-package.relationships+xml"/>
  <Override PartName="/ppt/slideLayouts/_rels/slideLayout97.xml.rels" ContentType="application/vnd.openxmlformats-package.relationships+xml"/>
  <Override PartName="/ppt/slideLayouts/_rels/slideLayout236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237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238.xml.rels" ContentType="application/vnd.openxmlformats-package.relationships+xml"/>
  <Override PartName="/ppt/slideLayouts/_rels/slideLayout100.xml.rels" ContentType="application/vnd.openxmlformats-package.relationships+xml"/>
  <Override PartName="/ppt/slideLayouts/_rels/slideLayout101.xml.rels" ContentType="application/vnd.openxmlformats-package.relationships+xml"/>
  <Override PartName="/ppt/slideLayouts/_rels/slideLayout102.xml.rels" ContentType="application/vnd.openxmlformats-package.relationships+xml"/>
  <Override PartName="/ppt/slideLayouts/_rels/slideLayout103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107.xml.rels" ContentType="application/vnd.openxmlformats-package.relationships+xml"/>
  <Override PartName="/ppt/slideLayouts/_rels/slideLayout110.xml.rels" ContentType="application/vnd.openxmlformats-package.relationships+xml"/>
  <Override PartName="/ppt/slideLayouts/_rels/slideLayout111.xml.rels" ContentType="application/vnd.openxmlformats-package.relationships+xml"/>
  <Override PartName="/ppt/slideLayouts/_rels/slideLayout112.xml.rels" ContentType="application/vnd.openxmlformats-package.relationships+xml"/>
  <Override PartName="/ppt/slideLayouts/_rels/slideLayout113.xml.rels" ContentType="application/vnd.openxmlformats-package.relationships+xml"/>
  <Override PartName="/ppt/slideLayouts/_rels/slideLayout114.xml.rels" ContentType="application/vnd.openxmlformats-package.relationships+xml"/>
  <Override PartName="/ppt/slideLayouts/_rels/slideLayout115.xml.rels" ContentType="application/vnd.openxmlformats-package.relationships+xml"/>
  <Override PartName="/ppt/slideLayouts/_rels/slideLayout116.xml.rels" ContentType="application/vnd.openxmlformats-package.relationships+xml"/>
  <Override PartName="/ppt/slideLayouts/_rels/slideLayout117.xml.rels" ContentType="application/vnd.openxmlformats-package.relationships+xml"/>
  <Override PartName="/ppt/slideLayouts/_rels/slideLayout120.xml.rels" ContentType="application/vnd.openxmlformats-package.relationships+xml"/>
  <Override PartName="/ppt/slideLayouts/_rels/slideLayout121.xml.rels" ContentType="application/vnd.openxmlformats-package.relationships+xml"/>
  <Override PartName="/ppt/slideLayouts/_rels/slideLayout122.xml.rels" ContentType="application/vnd.openxmlformats-package.relationships+xml"/>
  <Override PartName="/ppt/slideLayouts/_rels/slideLayout123.xml.rels" ContentType="application/vnd.openxmlformats-package.relationships+xml"/>
  <Override PartName="/ppt/slideLayouts/_rels/slideLayout124.xml.rels" ContentType="application/vnd.openxmlformats-package.relationships+xml"/>
  <Override PartName="/ppt/slideLayouts/_rels/slideLayout125.xml.rels" ContentType="application/vnd.openxmlformats-package.relationships+xml"/>
  <Override PartName="/ppt/slideLayouts/_rels/slideLayout126.xml.rels" ContentType="application/vnd.openxmlformats-package.relationships+xml"/>
  <Override PartName="/ppt/slideLayouts/_rels/slideLayout127.xml.rels" ContentType="application/vnd.openxmlformats-package.relationships+xml"/>
  <Override PartName="/ppt/slideLayouts/_rels/slideLayout130.xml.rels" ContentType="application/vnd.openxmlformats-package.relationships+xml"/>
  <Override PartName="/ppt/slideLayouts/_rels/slideLayout131.xml.rels" ContentType="application/vnd.openxmlformats-package.relationships+xml"/>
  <Override PartName="/ppt/slideLayouts/_rels/slideLayout132.xml.rels" ContentType="application/vnd.openxmlformats-package.relationships+xml"/>
  <Override PartName="/ppt/slideLayouts/_rels/slideLayout133.xml.rels" ContentType="application/vnd.openxmlformats-package.relationships+xml"/>
  <Override PartName="/ppt/slideLayouts/_rels/slideLayout134.xml.rels" ContentType="application/vnd.openxmlformats-package.relationships+xml"/>
  <Override PartName="/ppt/slideLayouts/_rels/slideLayout135.xml.rels" ContentType="application/vnd.openxmlformats-package.relationships+xml"/>
  <Override PartName="/ppt/slideLayouts/_rels/slideLayout136.xml.rels" ContentType="application/vnd.openxmlformats-package.relationships+xml"/>
  <Override PartName="/ppt/slideLayouts/_rels/slideLayout140.xml.rels" ContentType="application/vnd.openxmlformats-package.relationships+xml"/>
  <Override PartName="/ppt/slideLayouts/_rels/slideLayout141.xml.rels" ContentType="application/vnd.openxmlformats-package.relationships+xml"/>
  <Override PartName="/ppt/slideLayouts/_rels/slideLayout142.xml.rels" ContentType="application/vnd.openxmlformats-package.relationships+xml"/>
  <Override PartName="/ppt/slideLayouts/_rels/slideLayout143.xml.rels" ContentType="application/vnd.openxmlformats-package.relationships+xml"/>
  <Override PartName="/ppt/slideLayouts/_rels/slideLayout144.xml.rels" ContentType="application/vnd.openxmlformats-package.relationships+xml"/>
  <Override PartName="/ppt/slideLayouts/_rels/slideLayout145.xml.rels" ContentType="application/vnd.openxmlformats-package.relationships+xml"/>
  <Override PartName="/ppt/slideLayouts/_rels/slideLayout146.xml.rels" ContentType="application/vnd.openxmlformats-package.relationships+xml"/>
  <Override PartName="/ppt/slideLayouts/_rels/slideLayout147.xml.rels" ContentType="application/vnd.openxmlformats-package.relationships+xml"/>
  <Override PartName="/ppt/slideLayouts/_rels/slideLayout307.xml.rels" ContentType="application/vnd.openxmlformats-package.relationships+xml"/>
  <Override PartName="/ppt/slideLayouts/_rels/slideLayout150.xml.rels" ContentType="application/vnd.openxmlformats-package.relationships+xml"/>
  <Override PartName="/ppt/slideLayouts/_rels/slideLayout308.xml.rels" ContentType="application/vnd.openxmlformats-package.relationships+xml"/>
  <Override PartName="/ppt/slideLayouts/_rels/slideLayout151.xml.rels" ContentType="application/vnd.openxmlformats-package.relationships+xml"/>
  <Override PartName="/ppt/slideLayouts/_rels/slideLayout309.xml.rels" ContentType="application/vnd.openxmlformats-package.relationships+xml"/>
  <Override PartName="/ppt/slideLayouts/_rels/slideLayout152.xml.rels" ContentType="application/vnd.openxmlformats-package.relationships+xml"/>
  <Override PartName="/ppt/slideLayouts/_rels/slideLayout153.xml.rels" ContentType="application/vnd.openxmlformats-package.relationships+xml"/>
  <Override PartName="/ppt/slideLayouts/_rels/slideLayout154.xml.rels" ContentType="application/vnd.openxmlformats-package.relationships+xml"/>
  <Override PartName="/ppt/slideLayouts/_rels/slideLayout155.xml.rels" ContentType="application/vnd.openxmlformats-package.relationships+xml"/>
  <Override PartName="/ppt/slideLayouts/_rels/slideLayout156.xml.rels" ContentType="application/vnd.openxmlformats-package.relationships+xml"/>
  <Override PartName="/ppt/slideLayouts/_rels/slideLayout157.xml.rels" ContentType="application/vnd.openxmlformats-package.relationships+xml"/>
  <Override PartName="/ppt/slideLayouts/_rels/slideLayout160.xml.rels" ContentType="application/vnd.openxmlformats-package.relationships+xml"/>
  <Override PartName="/ppt/slideLayouts/_rels/slideLayout161.xml.rels" ContentType="application/vnd.openxmlformats-package.relationships+xml"/>
  <Override PartName="/ppt/slideLayouts/_rels/slideLayout162.xml.rels" ContentType="application/vnd.openxmlformats-package.relationships+xml"/>
  <Override PartName="/ppt/slideLayouts/_rels/slideLayout163.xml.rels" ContentType="application/vnd.openxmlformats-package.relationships+xml"/>
  <Override PartName="/ppt/slideLayouts/_rels/slideLayout164.xml.rels" ContentType="application/vnd.openxmlformats-package.relationships+xml"/>
  <Override PartName="/ppt/slideLayouts/_rels/slideLayout165.xml.rels" ContentType="application/vnd.openxmlformats-package.relationships+xml"/>
  <Override PartName="/ppt/slideLayouts/_rels/slideLayout166.xml.rels" ContentType="application/vnd.openxmlformats-package.relationships+xml"/>
  <Override PartName="/ppt/slideLayouts/_rels/slideLayout167.xml.rels" ContentType="application/vnd.openxmlformats-package.relationships+xml"/>
  <Override PartName="/ppt/slideLayouts/_rels/slideLayout170.xml.rels" ContentType="application/vnd.openxmlformats-package.relationships+xml"/>
  <Override PartName="/ppt/slideLayouts/_rels/slideLayout171.xml.rels" ContentType="application/vnd.openxmlformats-package.relationships+xml"/>
  <Override PartName="/ppt/slideLayouts/_rels/slideLayout172.xml.rels" ContentType="application/vnd.openxmlformats-package.relationships+xml"/>
  <Override PartName="/ppt/slideLayouts/_rels/slideLayout173.xml.rels" ContentType="application/vnd.openxmlformats-package.relationships+xml"/>
  <Override PartName="/ppt/slideLayouts/_rels/slideLayout174.xml.rels" ContentType="application/vnd.openxmlformats-package.relationships+xml"/>
  <Override PartName="/ppt/slideLayouts/_rels/slideLayout175.xml.rels" ContentType="application/vnd.openxmlformats-package.relationships+xml"/>
  <Override PartName="/ppt/slideLayouts/_rels/slideLayout176.xml.rels" ContentType="application/vnd.openxmlformats-package.relationships+xml"/>
  <Override PartName="/ppt/slideLayouts/_rels/slideLayout177.xml.rels" ContentType="application/vnd.openxmlformats-package.relationships+xml"/>
  <Override PartName="/ppt/slideLayouts/_rels/slideLayout180.xml.rels" ContentType="application/vnd.openxmlformats-package.relationships+xml"/>
  <Override PartName="/ppt/slideLayouts/_rels/slideLayout181.xml.rels" ContentType="application/vnd.openxmlformats-package.relationships+xml"/>
  <Override PartName="/ppt/slideLayouts/_rels/slideLayout182.xml.rels" ContentType="application/vnd.openxmlformats-package.relationships+xml"/>
  <Override PartName="/ppt/slideLayouts/_rels/slideLayout183.xml.rels" ContentType="application/vnd.openxmlformats-package.relationships+xml"/>
  <Override PartName="/ppt/slideLayouts/_rels/slideLayout184.xml.rels" ContentType="application/vnd.openxmlformats-package.relationships+xml"/>
  <Override PartName="/ppt/slideLayouts/_rels/slideLayout185.xml.rels" ContentType="application/vnd.openxmlformats-package.relationships+xml"/>
  <Override PartName="/ppt/slideLayouts/_rels/slideLayout186.xml.rels" ContentType="application/vnd.openxmlformats-package.relationships+xml"/>
  <Override PartName="/ppt/slideLayouts/_rels/slideLayout187.xml.rels" ContentType="application/vnd.openxmlformats-package.relationships+xml"/>
  <Override PartName="/ppt/slideLayouts/_rels/slideLayout188.xml.rels" ContentType="application/vnd.openxmlformats-package.relationships+xml"/>
  <Override PartName="/ppt/slideLayouts/_rels/slideLayout189.xml.rels" ContentType="application/vnd.openxmlformats-package.relationships+xml"/>
  <Override PartName="/ppt/slideLayouts/_rels/slideLayout190.xml.rels" ContentType="application/vnd.openxmlformats-package.relationships+xml"/>
  <Override PartName="/ppt/slideLayouts/_rels/slideLayout191.xml.rels" ContentType="application/vnd.openxmlformats-package.relationships+xml"/>
  <Override PartName="/ppt/slideLayouts/_rels/slideLayout192.xml.rels" ContentType="application/vnd.openxmlformats-package.relationships+xml"/>
  <Override PartName="/ppt/slideLayouts/_rels/slideLayout193.xml.rels" ContentType="application/vnd.openxmlformats-package.relationships+xml"/>
  <Override PartName="/ppt/slideLayouts/_rels/slideLayout194.xml.rels" ContentType="application/vnd.openxmlformats-package.relationships+xml"/>
  <Override PartName="/ppt/slideLayouts/_rels/slideLayout195.xml.rels" ContentType="application/vnd.openxmlformats-package.relationships+xml"/>
  <Override PartName="/ppt/slideLayouts/_rels/slideLayout196.xml.rels" ContentType="application/vnd.openxmlformats-package.relationships+xml"/>
  <Override PartName="/ppt/slideLayouts/_rels/slideLayout197.xml.rels" ContentType="application/vnd.openxmlformats-package.relationships+xml"/>
  <Override PartName="/ppt/slideLayouts/_rels/slideLayout198.xml.rels" ContentType="application/vnd.openxmlformats-package.relationships+xml"/>
  <Override PartName="/ppt/slideLayouts/_rels/slideLayout199.xml.rels" ContentType="application/vnd.openxmlformats-package.relationships+xml"/>
  <Override PartName="/ppt/slideLayouts/_rels/slideLayout209.xml.rels" ContentType="application/vnd.openxmlformats-package.relationships+xml"/>
  <Override PartName="/ppt/slideLayouts/_rels/slideLayout219.xml.rels" ContentType="application/vnd.openxmlformats-package.relationships+xml"/>
  <Override PartName="/ppt/slideLayouts/_rels/slideLayout229.xml.rels" ContentType="application/vnd.openxmlformats-package.relationships+xml"/>
  <Override PartName="/ppt/slideLayouts/_rels/slideLayout239.xml.rels" ContentType="application/vnd.openxmlformats-package.relationships+xml"/>
  <Override PartName="/ppt/slideLayouts/_rels/slideLayout240.xml.rels" ContentType="application/vnd.openxmlformats-package.relationships+xml"/>
  <Override PartName="/ppt/slideLayouts/_rels/slideLayout241.xml.rels" ContentType="application/vnd.openxmlformats-package.relationships+xml"/>
  <Override PartName="/ppt/slideLayouts/_rels/slideLayout242.xml.rels" ContentType="application/vnd.openxmlformats-package.relationships+xml"/>
  <Override PartName="/ppt/slideLayouts/_rels/slideLayout243.xml.rels" ContentType="application/vnd.openxmlformats-package.relationships+xml"/>
  <Override PartName="/ppt/slideLayouts/_rels/slideLayout244.xml.rels" ContentType="application/vnd.openxmlformats-package.relationships+xml"/>
  <Override PartName="/ppt/slideLayouts/_rels/slideLayout245.xml.rels" ContentType="application/vnd.openxmlformats-package.relationships+xml"/>
  <Override PartName="/ppt/slideLayouts/_rels/slideLayout246.xml.rels" ContentType="application/vnd.openxmlformats-package.relationships+xml"/>
  <Override PartName="/ppt/slideLayouts/_rels/slideLayout247.xml.rels" ContentType="application/vnd.openxmlformats-package.relationships+xml"/>
  <Override PartName="/ppt/slideLayouts/_rels/slideLayout248.xml.rels" ContentType="application/vnd.openxmlformats-package.relationships+xml"/>
  <Override PartName="/ppt/slideLayouts/_rels/slideLayout249.xml.rels" ContentType="application/vnd.openxmlformats-package.relationships+xml"/>
  <Override PartName="/ppt/slideLayouts/_rels/slideLayout250.xml.rels" ContentType="application/vnd.openxmlformats-package.relationships+xml"/>
  <Override PartName="/ppt/slideLayouts/_rels/slideLayout251.xml.rels" ContentType="application/vnd.openxmlformats-package.relationships+xml"/>
  <Override PartName="/ppt/slideLayouts/_rels/slideLayout252.xml.rels" ContentType="application/vnd.openxmlformats-package.relationships+xml"/>
  <Override PartName="/ppt/slideLayouts/_rels/slideLayout253.xml.rels" ContentType="application/vnd.openxmlformats-package.relationships+xml"/>
  <Override PartName="/ppt/slideLayouts/_rels/slideLayout254.xml.rels" ContentType="application/vnd.openxmlformats-package.relationships+xml"/>
  <Override PartName="/ppt/slideLayouts/_rels/slideLayout255.xml.rels" ContentType="application/vnd.openxmlformats-package.relationships+xml"/>
  <Override PartName="/ppt/slideLayouts/_rels/slideLayout256.xml.rels" ContentType="application/vnd.openxmlformats-package.relationships+xml"/>
  <Override PartName="/ppt/slideLayouts/_rels/slideLayout257.xml.rels" ContentType="application/vnd.openxmlformats-package.relationships+xml"/>
  <Override PartName="/ppt/slideLayouts/_rels/slideLayout258.xml.rels" ContentType="application/vnd.openxmlformats-package.relationships+xml"/>
  <Override PartName="/ppt/slideLayouts/_rels/slideLayout259.xml.rels" ContentType="application/vnd.openxmlformats-package.relationships+xml"/>
  <Override PartName="/ppt/slideLayouts/_rels/slideLayout260.xml.rels" ContentType="application/vnd.openxmlformats-package.relationships+xml"/>
  <Override PartName="/ppt/slideLayouts/_rels/slideLayout261.xml.rels" ContentType="application/vnd.openxmlformats-package.relationships+xml"/>
  <Override PartName="/ppt/slideLayouts/_rels/slideLayout262.xml.rels" ContentType="application/vnd.openxmlformats-package.relationships+xml"/>
  <Override PartName="/ppt/slideLayouts/_rels/slideLayout263.xml.rels" ContentType="application/vnd.openxmlformats-package.relationships+xml"/>
  <Override PartName="/ppt/slideLayouts/_rels/slideLayout264.xml.rels" ContentType="application/vnd.openxmlformats-package.relationships+xml"/>
  <Override PartName="/ppt/slideLayouts/_rels/slideLayout265.xml.rels" ContentType="application/vnd.openxmlformats-package.relationships+xml"/>
  <Override PartName="/ppt/slideLayouts/_rels/slideLayout266.xml.rels" ContentType="application/vnd.openxmlformats-package.relationships+xml"/>
  <Override PartName="/ppt/slideLayouts/_rels/slideLayout267.xml.rels" ContentType="application/vnd.openxmlformats-package.relationships+xml"/>
  <Override PartName="/ppt/slideLayouts/_rels/slideLayout268.xml.rels" ContentType="application/vnd.openxmlformats-package.relationships+xml"/>
  <Override PartName="/ppt/slideLayouts/_rels/slideLayout269.xml.rels" ContentType="application/vnd.openxmlformats-package.relationships+xml"/>
  <Override PartName="/ppt/slideLayouts/_rels/slideLayout270.xml.rels" ContentType="application/vnd.openxmlformats-package.relationships+xml"/>
  <Override PartName="/ppt/slideLayouts/_rels/slideLayout271.xml.rels" ContentType="application/vnd.openxmlformats-package.relationships+xml"/>
  <Override PartName="/ppt/slideLayouts/_rels/slideLayout272.xml.rels" ContentType="application/vnd.openxmlformats-package.relationships+xml"/>
  <Override PartName="/ppt/slideLayouts/_rels/slideLayout273.xml.rels" ContentType="application/vnd.openxmlformats-package.relationships+xml"/>
  <Override PartName="/ppt/slideLayouts/_rels/slideLayout274.xml.rels" ContentType="application/vnd.openxmlformats-package.relationships+xml"/>
  <Override PartName="/ppt/slideLayouts/_rels/slideLayout275.xml.rels" ContentType="application/vnd.openxmlformats-package.relationships+xml"/>
  <Override PartName="/ppt/slideLayouts/_rels/slideLayout276.xml.rels" ContentType="application/vnd.openxmlformats-package.relationships+xml"/>
  <Override PartName="/ppt/slideLayouts/_rels/slideLayout277.xml.rels" ContentType="application/vnd.openxmlformats-package.relationships+xml"/>
  <Override PartName="/ppt/slideLayouts/_rels/slideLayout278.xml.rels" ContentType="application/vnd.openxmlformats-package.relationships+xml"/>
  <Override PartName="/ppt/slideLayouts/_rels/slideLayout279.xml.rels" ContentType="application/vnd.openxmlformats-package.relationships+xml"/>
  <Override PartName="/ppt/slideLayouts/_rels/slideLayout280.xml.rels" ContentType="application/vnd.openxmlformats-package.relationships+xml"/>
  <Override PartName="/ppt/slideLayouts/_rels/slideLayout281.xml.rels" ContentType="application/vnd.openxmlformats-package.relationships+xml"/>
  <Override PartName="/ppt/slideLayouts/_rels/slideLayout282.xml.rels" ContentType="application/vnd.openxmlformats-package.relationships+xml"/>
  <Override PartName="/ppt/slideLayouts/_rels/slideLayout283.xml.rels" ContentType="application/vnd.openxmlformats-package.relationships+xml"/>
  <Override PartName="/ppt/slideLayouts/_rels/slideLayout284.xml.rels" ContentType="application/vnd.openxmlformats-package.relationships+xml"/>
  <Override PartName="/ppt/slideLayouts/_rels/slideLayout285.xml.rels" ContentType="application/vnd.openxmlformats-package.relationships+xml"/>
  <Override PartName="/ppt/slideLayouts/_rels/slideLayout286.xml.rels" ContentType="application/vnd.openxmlformats-package.relationships+xml"/>
  <Override PartName="/ppt/slideLayouts/_rels/slideLayout287.xml.rels" ContentType="application/vnd.openxmlformats-package.relationships+xml"/>
  <Override PartName="/ppt/slideLayouts/_rels/slideLayout288.xml.rels" ContentType="application/vnd.openxmlformats-package.relationships+xml"/>
  <Override PartName="/ppt/slideLayouts/_rels/slideLayout289.xml.rels" ContentType="application/vnd.openxmlformats-package.relationships+xml"/>
  <Override PartName="/ppt/slideLayouts/_rels/slideLayout293.xml.rels" ContentType="application/vnd.openxmlformats-package.relationships+xml"/>
  <Override PartName="/ppt/slideLayouts/_rels/slideLayout294.xml.rels" ContentType="application/vnd.openxmlformats-package.relationships+xml"/>
  <Override PartName="/ppt/slideLayouts/_rels/slideLayout295.xml.rels" ContentType="application/vnd.openxmlformats-package.relationships+xml"/>
  <Override PartName="/ppt/slideLayouts/_rels/slideLayout296.xml.rels" ContentType="application/vnd.openxmlformats-package.relationships+xml"/>
  <Override PartName="/ppt/slideLayouts/_rels/slideLayout297.xml.rels" ContentType="application/vnd.openxmlformats-package.relationships+xml"/>
  <Override PartName="/ppt/slideLayouts/_rels/slideLayout305.xml.rels" ContentType="application/vnd.openxmlformats-package.relationships+xml"/>
  <Override PartName="/ppt/slideLayouts/_rels/slideLayout306.xml.rels" ContentType="application/vnd.openxmlformats-package.relationships+xml"/>
  <Override PartName="/ppt/slideLayouts/_rels/slideLayout310.xml.rels" ContentType="application/vnd.openxmlformats-package.relationships+xml"/>
  <Override PartName="/ppt/slideLayouts/_rels/slideLayout311.xml.rels" ContentType="application/vnd.openxmlformats-package.relationships+xml"/>
  <Override PartName="/ppt/slideLayouts/_rels/slideLayout312.xml.rels" ContentType="application/vnd.openxmlformats-package.relationships+xml"/>
  <Override PartName="/ppt/slideLayouts/slideLayout61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media/image1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1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  <p:sldMasterId id="2147483765" r:id="rId11"/>
    <p:sldMasterId id="2147483778" r:id="rId12"/>
    <p:sldMasterId id="2147483791" r:id="rId13"/>
    <p:sldMasterId id="2147483804" r:id="rId14"/>
    <p:sldMasterId id="2147483817" r:id="rId15"/>
    <p:sldMasterId id="2147483830" r:id="rId16"/>
    <p:sldMasterId id="2147483843" r:id="rId17"/>
    <p:sldMasterId id="2147483856" r:id="rId18"/>
    <p:sldMasterId id="2147483869" r:id="rId19"/>
    <p:sldMasterId id="2147483882" r:id="rId20"/>
    <p:sldMasterId id="2147483895" r:id="rId21"/>
    <p:sldMasterId id="2147483908" r:id="rId22"/>
    <p:sldMasterId id="2147483921" r:id="rId23"/>
    <p:sldMasterId id="2147483934" r:id="rId24"/>
    <p:sldMasterId id="2147483947" r:id="rId25"/>
    <p:sldMasterId id="2147483960" r:id="rId26"/>
    <p:sldMasterId id="2147483973" r:id="rId27"/>
  </p:sldMasterIdLst>
  <p:notesMasterIdLst>
    <p:notesMasterId r:id="rId28"/>
  </p:notesMasterIdLst>
  <p:sldIdLst>
    <p:sldId id="256" r:id="rId29"/>
    <p:sldId id="257" r:id="rId30"/>
    <p:sldId id="258" r:id="rId31"/>
    <p:sldId id="259" r:id="rId32"/>
    <p:sldId id="260" r:id="rId33"/>
    <p:sldId id="261" r:id="rId34"/>
    <p:sldId id="262" r:id="rId35"/>
    <p:sldId id="263" r:id="rId36"/>
    <p:sldId id="264" r:id="rId37"/>
    <p:sldId id="265" r:id="rId38"/>
    <p:sldId id="266" r:id="rId39"/>
    <p:sldId id="267" r:id="rId40"/>
    <p:sldId id="268" r:id="rId41"/>
    <p:sldId id="269" r:id="rId42"/>
    <p:sldId id="270" r:id="rId43"/>
    <p:sldId id="271" r:id="rId44"/>
    <p:sldId id="272" r:id="rId45"/>
    <p:sldId id="273" r:id="rId46"/>
    <p:sldId id="274" r:id="rId47"/>
    <p:sldId id="275" r:id="rId48"/>
    <p:sldId id="276" r:id="rId49"/>
  </p:sldIdLst>
  <p:sldSz cx="9144000" cy="514985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1.xml"/><Relationship Id="rId30" Type="http://schemas.openxmlformats.org/officeDocument/2006/relationships/slide" Target="slides/slide2.xml"/><Relationship Id="rId31" Type="http://schemas.openxmlformats.org/officeDocument/2006/relationships/slide" Target="slides/slide3.xml"/><Relationship Id="rId32" Type="http://schemas.openxmlformats.org/officeDocument/2006/relationships/slide" Target="slides/slide4.xml"/><Relationship Id="rId33" Type="http://schemas.openxmlformats.org/officeDocument/2006/relationships/slide" Target="slides/slide5.xml"/><Relationship Id="rId34" Type="http://schemas.openxmlformats.org/officeDocument/2006/relationships/slide" Target="slides/slide6.xml"/><Relationship Id="rId35" Type="http://schemas.openxmlformats.org/officeDocument/2006/relationships/slide" Target="slides/slide7.xml"/><Relationship Id="rId36" Type="http://schemas.openxmlformats.org/officeDocument/2006/relationships/slide" Target="slides/slide8.xml"/><Relationship Id="rId37" Type="http://schemas.openxmlformats.org/officeDocument/2006/relationships/slide" Target="slides/slide9.xml"/><Relationship Id="rId38" Type="http://schemas.openxmlformats.org/officeDocument/2006/relationships/slide" Target="slides/slide10.xml"/><Relationship Id="rId39" Type="http://schemas.openxmlformats.org/officeDocument/2006/relationships/slide" Target="slides/slide11.xml"/><Relationship Id="rId40" Type="http://schemas.openxmlformats.org/officeDocument/2006/relationships/slide" Target="slides/slide12.xml"/><Relationship Id="rId41" Type="http://schemas.openxmlformats.org/officeDocument/2006/relationships/slide" Target="slides/slide13.xml"/><Relationship Id="rId42" Type="http://schemas.openxmlformats.org/officeDocument/2006/relationships/slide" Target="slides/slide14.xml"/><Relationship Id="rId43" Type="http://schemas.openxmlformats.org/officeDocument/2006/relationships/slide" Target="slides/slide15.xml"/><Relationship Id="rId44" Type="http://schemas.openxmlformats.org/officeDocument/2006/relationships/slide" Target="slides/slide16.xml"/><Relationship Id="rId45" Type="http://schemas.openxmlformats.org/officeDocument/2006/relationships/slide" Target="slides/slide17.xml"/><Relationship Id="rId46" Type="http://schemas.openxmlformats.org/officeDocument/2006/relationships/slide" Target="slides/slide18.xml"/><Relationship Id="rId47" Type="http://schemas.openxmlformats.org/officeDocument/2006/relationships/slide" Target="slides/slide19.xml"/><Relationship Id="rId48" Type="http://schemas.openxmlformats.org/officeDocument/2006/relationships/slide" Target="slides/slide20.xml"/><Relationship Id="rId49" Type="http://schemas.openxmlformats.org/officeDocument/2006/relationships/slide" Target="slides/slide21.xml"/><Relationship Id="rId50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126649780029329"/>
          <c:y val="0.0305123183176992"/>
          <c:w val="0.635026440918989"/>
          <c:h val="0.82403875889083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003964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rgbClr val="57bab1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rgbClr val="ee7f00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70"/>
        <c:overlap val="-20"/>
        <c:axId val="78393487"/>
        <c:axId val="32646743"/>
      </c:barChart>
      <c:catAx>
        <c:axId val="78393487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595959"/>
                </a:solidFill>
                <a:latin typeface="Arial"/>
              </a:defRPr>
            </a:pPr>
          </a:p>
        </c:txPr>
        <c:crossAx val="32646743"/>
        <c:crosses val="autoZero"/>
        <c:auto val="1"/>
        <c:lblAlgn val="ctr"/>
        <c:lblOffset val="100"/>
        <c:noMultiLvlLbl val="0"/>
      </c:catAx>
      <c:valAx>
        <c:axId val="32646743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sz="1197" spc="-1" strike="noStrike">
                <a:solidFill>
                  <a:srgbClr val="595959"/>
                </a:solidFill>
                <a:latin typeface="Arial"/>
              </a:defRPr>
            </a:pPr>
          </a:p>
        </c:txPr>
        <c:crossAx val="78393487"/>
        <c:crosses val="autoZero"/>
        <c:crossBetween val="between"/>
      </c:valAx>
      <c:spPr>
        <a:noFill/>
        <a:ln w="0">
          <a:noFill/>
        </a:ln>
      </c:spPr>
    </c:plotArea>
    <c:legend>
      <c:legendPos val="b"/>
      <c:layout>
        <c:manualLayout>
          <c:xMode val="edge"/>
          <c:yMode val="edge"/>
          <c:x val="0.808191877235209"/>
          <c:y val="0.641102487271253"/>
          <c:w val="0.168595757550534"/>
          <c:h val="0.278341865760683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b="0" sz="1200" spc="-1" strike="noStrike">
              <a:solidFill>
                <a:srgbClr val="595959"/>
              </a:solidFill>
              <a:latin typeface="Arial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PlaceHolder 1"/>
          <p:cNvSpPr>
            <a:spLocks noGrp="1"/>
          </p:cNvSpPr>
          <p:nvPr>
            <p:ph type="sldImg"/>
          </p:nvPr>
        </p:nvSpPr>
        <p:spPr>
          <a:xfrm>
            <a:off x="384840" y="694800"/>
            <a:ext cx="6087960" cy="34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de-DE" sz="1350" spc="-1" strike="noStrike">
                <a:solidFill>
                  <a:srgbClr val="000000"/>
                </a:solidFill>
                <a:latin typeface="Arial"/>
              </a:rPr>
              <a:t>Folie mittels Klicken verschieben</a:t>
            </a: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Format der Notizen mittels Klicken bearbeiten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576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&lt;Kopfzeile&gt;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4" name="PlaceHolder 4"/>
          <p:cNvSpPr>
            <a:spLocks noGrp="1"/>
          </p:cNvSpPr>
          <p:nvPr>
            <p:ph type="dt" idx="45"/>
          </p:nvPr>
        </p:nvSpPr>
        <p:spPr>
          <a:xfrm>
            <a:off x="3881880" y="0"/>
            <a:ext cx="297576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&lt;Datum/Uhrzeit&gt;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5" name="PlaceHolder 5"/>
          <p:cNvSpPr>
            <a:spLocks noGrp="1"/>
          </p:cNvSpPr>
          <p:nvPr>
            <p:ph type="ftr" idx="46"/>
          </p:nvPr>
        </p:nvSpPr>
        <p:spPr>
          <a:xfrm>
            <a:off x="0" y="8686800"/>
            <a:ext cx="297576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6" name="PlaceHolder 6"/>
          <p:cNvSpPr>
            <a:spLocks noGrp="1"/>
          </p:cNvSpPr>
          <p:nvPr>
            <p:ph type="sldNum" idx="47"/>
          </p:nvPr>
        </p:nvSpPr>
        <p:spPr>
          <a:xfrm>
            <a:off x="3881880" y="8686800"/>
            <a:ext cx="297576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C1D870E-E0E8-43B6-891F-3CF78FE50E23}" type="slidenum"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&lt;Foliennummer&gt;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2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2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4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2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7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2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0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2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3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2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6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22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9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22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2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22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5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22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8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22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1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22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4" name="PlaceHolder 3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22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7" name="PlaceHolder 3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22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0" name="PlaceHolder 3"/>
          <p:cNvSpPr>
            <a:spLocks noGrp="1"/>
          </p:cNvSpPr>
          <p:nvPr>
            <p:ph type="sldNum" idx="8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22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3" name="PlaceHolder 3"/>
          <p:cNvSpPr>
            <a:spLocks noGrp="1"/>
          </p:cNvSpPr>
          <p:nvPr>
            <p:ph type="sldNum" idx="8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22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6" name="PlaceHolder 3"/>
          <p:cNvSpPr>
            <a:spLocks noGrp="1"/>
          </p:cNvSpPr>
          <p:nvPr>
            <p:ph type="sldNum" idx="8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22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9" name="PlaceHolder 3"/>
          <p:cNvSpPr>
            <a:spLocks noGrp="1"/>
          </p:cNvSpPr>
          <p:nvPr>
            <p:ph type="sldNum" idx="8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23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2" name="PlaceHolder 3"/>
          <p:cNvSpPr>
            <a:spLocks noGrp="1"/>
          </p:cNvSpPr>
          <p:nvPr>
            <p:ph type="sldNum" idx="8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23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5" name="PlaceHolder 3"/>
          <p:cNvSpPr>
            <a:spLocks noGrp="1"/>
          </p:cNvSpPr>
          <p:nvPr>
            <p:ph type="sldNum" idx="8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23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8" name="PlaceHolder 3"/>
          <p:cNvSpPr>
            <a:spLocks noGrp="1"/>
          </p:cNvSpPr>
          <p:nvPr>
            <p:ph type="sldNum" idx="8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23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1" name="PlaceHolder 3"/>
          <p:cNvSpPr>
            <a:spLocks noGrp="1"/>
          </p:cNvSpPr>
          <p:nvPr>
            <p:ph type="sldNum" idx="8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4193280" y="-453600"/>
            <a:ext cx="1528560" cy="227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3654360" y="3034440"/>
            <a:ext cx="4968000" cy="425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471024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522756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419328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/>
          </p:nvPr>
        </p:nvSpPr>
        <p:spPr>
          <a:xfrm>
            <a:off x="471024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/>
          </p:nvPr>
        </p:nvSpPr>
        <p:spPr>
          <a:xfrm>
            <a:off x="522756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subTitle"/>
          </p:nvPr>
        </p:nvSpPr>
        <p:spPr>
          <a:xfrm>
            <a:off x="4193280" y="-453600"/>
            <a:ext cx="1528560" cy="227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ubTitle"/>
          </p:nvPr>
        </p:nvSpPr>
        <p:spPr>
          <a:xfrm>
            <a:off x="3654360" y="3034440"/>
            <a:ext cx="4968000" cy="425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/>
          </p:nvPr>
        </p:nvSpPr>
        <p:spPr>
          <a:xfrm>
            <a:off x="471024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/>
          </p:nvPr>
        </p:nvSpPr>
        <p:spPr>
          <a:xfrm>
            <a:off x="522756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5"/>
          <p:cNvSpPr>
            <a:spLocks noGrp="1"/>
          </p:cNvSpPr>
          <p:nvPr>
            <p:ph/>
          </p:nvPr>
        </p:nvSpPr>
        <p:spPr>
          <a:xfrm>
            <a:off x="419328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6"/>
          <p:cNvSpPr>
            <a:spLocks noGrp="1"/>
          </p:cNvSpPr>
          <p:nvPr>
            <p:ph/>
          </p:nvPr>
        </p:nvSpPr>
        <p:spPr>
          <a:xfrm>
            <a:off x="471024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7"/>
          <p:cNvSpPr>
            <a:spLocks noGrp="1"/>
          </p:cNvSpPr>
          <p:nvPr>
            <p:ph/>
          </p:nvPr>
        </p:nvSpPr>
        <p:spPr>
          <a:xfrm>
            <a:off x="522756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subTitle"/>
          </p:nvPr>
        </p:nvSpPr>
        <p:spPr>
          <a:xfrm>
            <a:off x="4193280" y="-453600"/>
            <a:ext cx="1528560" cy="227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ubTitle"/>
          </p:nvPr>
        </p:nvSpPr>
        <p:spPr>
          <a:xfrm>
            <a:off x="3654360" y="3034440"/>
            <a:ext cx="4968000" cy="425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4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5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/>
          </p:nvPr>
        </p:nvSpPr>
        <p:spPr>
          <a:xfrm>
            <a:off x="471024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4"/>
          <p:cNvSpPr>
            <a:spLocks noGrp="1"/>
          </p:cNvSpPr>
          <p:nvPr>
            <p:ph/>
          </p:nvPr>
        </p:nvSpPr>
        <p:spPr>
          <a:xfrm>
            <a:off x="522756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5"/>
          <p:cNvSpPr>
            <a:spLocks noGrp="1"/>
          </p:cNvSpPr>
          <p:nvPr>
            <p:ph/>
          </p:nvPr>
        </p:nvSpPr>
        <p:spPr>
          <a:xfrm>
            <a:off x="419328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6"/>
          <p:cNvSpPr>
            <a:spLocks noGrp="1"/>
          </p:cNvSpPr>
          <p:nvPr>
            <p:ph/>
          </p:nvPr>
        </p:nvSpPr>
        <p:spPr>
          <a:xfrm>
            <a:off x="471024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7"/>
          <p:cNvSpPr>
            <a:spLocks noGrp="1"/>
          </p:cNvSpPr>
          <p:nvPr>
            <p:ph/>
          </p:nvPr>
        </p:nvSpPr>
        <p:spPr>
          <a:xfrm>
            <a:off x="522756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 type="subTitle"/>
          </p:nvPr>
        </p:nvSpPr>
        <p:spPr>
          <a:xfrm>
            <a:off x="4193280" y="-453600"/>
            <a:ext cx="1528560" cy="227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subTitle"/>
          </p:nvPr>
        </p:nvSpPr>
        <p:spPr>
          <a:xfrm>
            <a:off x="3654360" y="3034440"/>
            <a:ext cx="4968000" cy="425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PlaceHolder 4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PlaceHolder 5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/>
          </p:nvPr>
        </p:nvSpPr>
        <p:spPr>
          <a:xfrm>
            <a:off x="471024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PlaceHolder 4"/>
          <p:cNvSpPr>
            <a:spLocks noGrp="1"/>
          </p:cNvSpPr>
          <p:nvPr>
            <p:ph/>
          </p:nvPr>
        </p:nvSpPr>
        <p:spPr>
          <a:xfrm>
            <a:off x="522756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5"/>
          <p:cNvSpPr>
            <a:spLocks noGrp="1"/>
          </p:cNvSpPr>
          <p:nvPr>
            <p:ph/>
          </p:nvPr>
        </p:nvSpPr>
        <p:spPr>
          <a:xfrm>
            <a:off x="419328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PlaceHolder 6"/>
          <p:cNvSpPr>
            <a:spLocks noGrp="1"/>
          </p:cNvSpPr>
          <p:nvPr>
            <p:ph/>
          </p:nvPr>
        </p:nvSpPr>
        <p:spPr>
          <a:xfrm>
            <a:off x="471024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PlaceHolder 7"/>
          <p:cNvSpPr>
            <a:spLocks noGrp="1"/>
          </p:cNvSpPr>
          <p:nvPr>
            <p:ph/>
          </p:nvPr>
        </p:nvSpPr>
        <p:spPr>
          <a:xfrm>
            <a:off x="522756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EE28696-6F28-4B1A-BA41-2CC27EBF336C}" type="slidenum">
              <a:t>&lt;#&gt;</a:t>
            </a:fld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PlaceHolder 2"/>
          <p:cNvSpPr>
            <a:spLocks noGrp="1"/>
          </p:cNvSpPr>
          <p:nvPr>
            <p:ph type="subTitle"/>
          </p:nvPr>
        </p:nvSpPr>
        <p:spPr>
          <a:xfrm>
            <a:off x="4193280" y="-453600"/>
            <a:ext cx="1528560" cy="227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46B3B42-07B6-45AD-996A-B252BB362258}" type="slidenum">
              <a:t>&lt;#&gt;</a:t>
            </a:fld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F6C89B8-12DA-46F6-BCE0-A4816FAD71D8}" type="slidenum">
              <a:t>&lt;#&gt;</a:t>
            </a:fld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B8E6DFB-FFAF-4E19-A95C-4526A8BCF770}" type="slidenum">
              <a:t>&lt;#&gt;</a:t>
            </a:fld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6A12239-7376-4CA7-B1A9-269862917C2E}" type="slidenum">
              <a:t>&lt;#&gt;</a:t>
            </a:fld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subTitle"/>
          </p:nvPr>
        </p:nvSpPr>
        <p:spPr>
          <a:xfrm>
            <a:off x="3654360" y="3034440"/>
            <a:ext cx="4968000" cy="425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A1F5BFC-4B65-485B-8450-3F702B07E288}" type="slidenum">
              <a:t>&lt;#&gt;</a:t>
            </a:fld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2F8BCB1-01FA-4621-8FC7-161422266314}" type="slidenum">
              <a:t>&lt;#&gt;</a:t>
            </a:fld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PlaceHolder 4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5D6FA8A-0810-4844-BB35-B2307F990429}" type="slidenum">
              <a:t>&lt;#&gt;</a:t>
            </a:fld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F557AFB-E27E-483B-9EBE-CE47FB038DD1}" type="slidenum">
              <a:t>&lt;#&gt;</a:t>
            </a:fld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6952790-0775-4591-8828-4C0AF1C6F37F}" type="slidenum">
              <a:t>&lt;#&gt;</a:t>
            </a:fld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PlaceHolder 5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5CA6B51-351E-4772-94C5-6FDDA6674943}" type="slidenum">
              <a:t>&lt;#&gt;</a:t>
            </a:fld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/>
          </p:nvPr>
        </p:nvSpPr>
        <p:spPr>
          <a:xfrm>
            <a:off x="471024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PlaceHolder 4"/>
          <p:cNvSpPr>
            <a:spLocks noGrp="1"/>
          </p:cNvSpPr>
          <p:nvPr>
            <p:ph/>
          </p:nvPr>
        </p:nvSpPr>
        <p:spPr>
          <a:xfrm>
            <a:off x="522756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PlaceHolder 5"/>
          <p:cNvSpPr>
            <a:spLocks noGrp="1"/>
          </p:cNvSpPr>
          <p:nvPr>
            <p:ph/>
          </p:nvPr>
        </p:nvSpPr>
        <p:spPr>
          <a:xfrm>
            <a:off x="419328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PlaceHolder 6"/>
          <p:cNvSpPr>
            <a:spLocks noGrp="1"/>
          </p:cNvSpPr>
          <p:nvPr>
            <p:ph/>
          </p:nvPr>
        </p:nvSpPr>
        <p:spPr>
          <a:xfrm>
            <a:off x="471024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PlaceHolder 7"/>
          <p:cNvSpPr>
            <a:spLocks noGrp="1"/>
          </p:cNvSpPr>
          <p:nvPr>
            <p:ph/>
          </p:nvPr>
        </p:nvSpPr>
        <p:spPr>
          <a:xfrm>
            <a:off x="522756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CCCAB34-0E23-4B20-A1BC-4B71BFB633A9}" type="slidenum">
              <a:t>&lt;#&gt;</a:t>
            </a:fld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8EDCFB1-A2BB-4746-8086-1915D198944F}" type="slidenum">
              <a:t>&lt;#&gt;</a:t>
            </a:fld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PlaceHolder 2"/>
          <p:cNvSpPr>
            <a:spLocks noGrp="1"/>
          </p:cNvSpPr>
          <p:nvPr>
            <p:ph type="subTitle"/>
          </p:nvPr>
        </p:nvSpPr>
        <p:spPr>
          <a:xfrm>
            <a:off x="4193280" y="-453600"/>
            <a:ext cx="1528560" cy="227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0FFF7EE-C671-4059-A5A0-9B203D23B97E}" type="slidenum">
              <a:t>&lt;#&gt;</a:t>
            </a:fld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094B4107-C1E0-4564-BCF4-5E1FE88E2D6F}" type="slidenum">
              <a:t>&lt;#&gt;</a:t>
            </a:fld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52B1552-8F0F-4F92-9A8A-35FAF967018D}" type="slidenum">
              <a:t>&lt;#&gt;</a:t>
            </a:fld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0E99918B-FDC0-42B5-9DDB-71EAB868BD79}" type="slidenum">
              <a:t>&lt;#&gt;</a:t>
            </a:fld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subTitle"/>
          </p:nvPr>
        </p:nvSpPr>
        <p:spPr>
          <a:xfrm>
            <a:off x="3654360" y="3034440"/>
            <a:ext cx="4968000" cy="425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63FD743-47CD-47A1-85D7-53C1305BA2D3}" type="slidenum">
              <a:t>&lt;#&gt;</a:t>
            </a:fld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1AA39D3-8E84-4279-B780-30601F686DC6}" type="slidenum">
              <a:t>&lt;#&gt;</a:t>
            </a:fld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PlaceHolder 4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0A398C0C-BD6B-4BE8-85D8-42CFECEF19EB}" type="slidenum">
              <a:t>&lt;#&gt;</a:t>
            </a:fld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4B9F068-9A01-4784-800C-4CCF7BBB8476}" type="slidenum">
              <a:t>&lt;#&gt;</a:t>
            </a:fld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PlaceHolder 3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B52225C-4621-4415-A131-0ED454F06526}" type="slidenum">
              <a:t>&lt;#&gt;</a:t>
            </a:fld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PlaceHolder 5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F93E5DC-C5FF-45B0-8537-F8877A8D28A1}" type="slidenum">
              <a:t>&lt;#&gt;</a:t>
            </a:fld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PlaceHolder 3"/>
          <p:cNvSpPr>
            <a:spLocks noGrp="1"/>
          </p:cNvSpPr>
          <p:nvPr>
            <p:ph/>
          </p:nvPr>
        </p:nvSpPr>
        <p:spPr>
          <a:xfrm>
            <a:off x="471024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PlaceHolder 4"/>
          <p:cNvSpPr>
            <a:spLocks noGrp="1"/>
          </p:cNvSpPr>
          <p:nvPr>
            <p:ph/>
          </p:nvPr>
        </p:nvSpPr>
        <p:spPr>
          <a:xfrm>
            <a:off x="522756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PlaceHolder 5"/>
          <p:cNvSpPr>
            <a:spLocks noGrp="1"/>
          </p:cNvSpPr>
          <p:nvPr>
            <p:ph/>
          </p:nvPr>
        </p:nvSpPr>
        <p:spPr>
          <a:xfrm>
            <a:off x="419328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PlaceHolder 6"/>
          <p:cNvSpPr>
            <a:spLocks noGrp="1"/>
          </p:cNvSpPr>
          <p:nvPr>
            <p:ph/>
          </p:nvPr>
        </p:nvSpPr>
        <p:spPr>
          <a:xfrm>
            <a:off x="471024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PlaceHolder 7"/>
          <p:cNvSpPr>
            <a:spLocks noGrp="1"/>
          </p:cNvSpPr>
          <p:nvPr>
            <p:ph/>
          </p:nvPr>
        </p:nvSpPr>
        <p:spPr>
          <a:xfrm>
            <a:off x="522756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F26A503-1C07-47D0-8C22-6B5DFE4B91BC}" type="slidenum">
              <a:t>&lt;#&gt;</a:t>
            </a:fld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DF2831-7B45-4039-9DC8-8F33EEBEBE8F}" type="slidenum">
              <a:t>&lt;#&gt;</a:t>
            </a:fld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PlaceHolder 2"/>
          <p:cNvSpPr>
            <a:spLocks noGrp="1"/>
          </p:cNvSpPr>
          <p:nvPr>
            <p:ph type="subTitle"/>
          </p:nvPr>
        </p:nvSpPr>
        <p:spPr>
          <a:xfrm>
            <a:off x="4193280" y="-453600"/>
            <a:ext cx="1528560" cy="227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5FBB00-D156-4371-A541-31F13C680FC7}" type="slidenum">
              <a:t>&lt;#&gt;</a:t>
            </a:fld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E51E15-2961-434F-9BA3-034EA0598A2B}" type="slidenum">
              <a:t>&lt;#&gt;</a:t>
            </a:fld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874949-C8BF-4C2C-A211-C690E94CAFE8}" type="slidenum">
              <a:t>&lt;#&gt;</a:t>
            </a:fld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4F8BB7-FDEA-4C9F-9966-F346783A13AD}" type="slidenum">
              <a:t>&lt;#&gt;</a:t>
            </a:fld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subTitle"/>
          </p:nvPr>
        </p:nvSpPr>
        <p:spPr>
          <a:xfrm>
            <a:off x="3654360" y="3034440"/>
            <a:ext cx="4968000" cy="425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0BBA0B-82C2-4DB0-8270-4E38313F4F97}" type="slidenum">
              <a:t>&lt;#&gt;</a:t>
            </a:fld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DBC4D0-D84F-49C9-848C-59BE1D04CC31}" type="slidenum">
              <a:t>&lt;#&gt;</a:t>
            </a:fld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PlaceHolder 4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C94382-B502-444E-AFB7-CF69EC9D28D6}" type="slidenum">
              <a:t>&lt;#&gt;</a:t>
            </a:fld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6531E0-6B80-4063-87C4-9A21610FE641}" type="slidenum">
              <a:t>&lt;#&gt;</a:t>
            </a:fld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DF26B1-081A-4BDA-B3D3-7CBD767DE6DC}" type="slidenum">
              <a:t>&lt;#&gt;</a:t>
            </a:fld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PlaceHolder 5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8BE758-E47F-45CF-82D1-2E829A73AC81}" type="slidenum">
              <a:t>&lt;#&gt;</a:t>
            </a:fld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/>
          </p:nvPr>
        </p:nvSpPr>
        <p:spPr>
          <a:xfrm>
            <a:off x="471024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PlaceHolder 4"/>
          <p:cNvSpPr>
            <a:spLocks noGrp="1"/>
          </p:cNvSpPr>
          <p:nvPr>
            <p:ph/>
          </p:nvPr>
        </p:nvSpPr>
        <p:spPr>
          <a:xfrm>
            <a:off x="522756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PlaceHolder 5"/>
          <p:cNvSpPr>
            <a:spLocks noGrp="1"/>
          </p:cNvSpPr>
          <p:nvPr>
            <p:ph/>
          </p:nvPr>
        </p:nvSpPr>
        <p:spPr>
          <a:xfrm>
            <a:off x="419328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PlaceHolder 6"/>
          <p:cNvSpPr>
            <a:spLocks noGrp="1"/>
          </p:cNvSpPr>
          <p:nvPr>
            <p:ph/>
          </p:nvPr>
        </p:nvSpPr>
        <p:spPr>
          <a:xfrm>
            <a:off x="471024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PlaceHolder 7"/>
          <p:cNvSpPr>
            <a:spLocks noGrp="1"/>
          </p:cNvSpPr>
          <p:nvPr>
            <p:ph/>
          </p:nvPr>
        </p:nvSpPr>
        <p:spPr>
          <a:xfrm>
            <a:off x="522756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3D7C95-2B00-4330-BB3A-1AFE1A81753B}" type="slidenum">
              <a:t>&lt;#&gt;</a:t>
            </a:fld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318461B-02F4-42B8-BA65-0609BA6C3D16}" type="slidenum">
              <a:t>&lt;#&gt;</a:t>
            </a:fld>
          </a:p>
        </p:txBody>
      </p:sp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PlaceHolder 2"/>
          <p:cNvSpPr>
            <a:spLocks noGrp="1"/>
          </p:cNvSpPr>
          <p:nvPr>
            <p:ph type="subTitle"/>
          </p:nvPr>
        </p:nvSpPr>
        <p:spPr>
          <a:xfrm>
            <a:off x="4193280" y="-453600"/>
            <a:ext cx="1528560" cy="227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7144101-2E53-4EFA-95C0-353D99AD1041}" type="slidenum">
              <a:t>&lt;#&gt;</a:t>
            </a:fld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2BA00A9-1ED2-4B89-8540-CFCEE0A868F9}" type="slidenum">
              <a:t>&lt;#&gt;</a:t>
            </a:fld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359A909-594A-4B37-9D1D-6063AC20C463}" type="slidenum">
              <a:t>&lt;#&gt;</a:t>
            </a:fld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C87EA7A-9DFC-4F89-9965-4F1C8059D582}" type="slidenum">
              <a:t>&lt;#&gt;</a:t>
            </a:fld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PlaceHolder 1"/>
          <p:cNvSpPr>
            <a:spLocks noGrp="1"/>
          </p:cNvSpPr>
          <p:nvPr>
            <p:ph type="subTitle"/>
          </p:nvPr>
        </p:nvSpPr>
        <p:spPr>
          <a:xfrm>
            <a:off x="3654360" y="3034440"/>
            <a:ext cx="4968000" cy="425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10A209B-CA81-4D43-9F08-2AE43B2D4C4A}" type="slidenum">
              <a:t>&lt;#&gt;</a:t>
            </a:fld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65CC57A-A9DD-4AEF-9D9C-4D99B603BAF4}" type="slidenum">
              <a:t>&lt;#&gt;</a:t>
            </a:fld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PlaceHolder 4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C32D66F-8C39-45FD-B2B1-337125048612}" type="slidenum">
              <a:t>&lt;#&gt;</a:t>
            </a:fld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EE0B868-313B-4EB8-9E1C-331F65107FE6}" type="slidenum">
              <a:t>&lt;#&gt;</a:t>
            </a:fld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PlaceHolder 3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6509E4D-BB0E-4CD5-BEE0-FBF47A658603}" type="slidenum">
              <a:t>&lt;#&gt;</a:t>
            </a:fld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PlaceHolder 5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5A42B78-C9C2-4632-85BF-2F3A49D0D9F3}" type="slidenum">
              <a:t>&lt;#&gt;</a:t>
            </a:fld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PlaceHolder 3"/>
          <p:cNvSpPr>
            <a:spLocks noGrp="1"/>
          </p:cNvSpPr>
          <p:nvPr>
            <p:ph/>
          </p:nvPr>
        </p:nvSpPr>
        <p:spPr>
          <a:xfrm>
            <a:off x="471024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PlaceHolder 4"/>
          <p:cNvSpPr>
            <a:spLocks noGrp="1"/>
          </p:cNvSpPr>
          <p:nvPr>
            <p:ph/>
          </p:nvPr>
        </p:nvSpPr>
        <p:spPr>
          <a:xfrm>
            <a:off x="522756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PlaceHolder 5"/>
          <p:cNvSpPr>
            <a:spLocks noGrp="1"/>
          </p:cNvSpPr>
          <p:nvPr>
            <p:ph/>
          </p:nvPr>
        </p:nvSpPr>
        <p:spPr>
          <a:xfrm>
            <a:off x="419328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PlaceHolder 6"/>
          <p:cNvSpPr>
            <a:spLocks noGrp="1"/>
          </p:cNvSpPr>
          <p:nvPr>
            <p:ph/>
          </p:nvPr>
        </p:nvSpPr>
        <p:spPr>
          <a:xfrm>
            <a:off x="471024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PlaceHolder 7"/>
          <p:cNvSpPr>
            <a:spLocks noGrp="1"/>
          </p:cNvSpPr>
          <p:nvPr>
            <p:ph/>
          </p:nvPr>
        </p:nvSpPr>
        <p:spPr>
          <a:xfrm>
            <a:off x="522756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6F44CC2-47D2-4205-A9B0-A6A13BCD1A44}" type="slidenum">
              <a:t>&lt;#&gt;</a:t>
            </a:fld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B041FD76-0D21-4A46-A969-FCB74D9FF8D6}" type="slidenum">
              <a:t>&lt;#&gt;</a:t>
            </a:fld>
          </a:p>
        </p:txBody>
      </p:sp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PlaceHolder 2"/>
          <p:cNvSpPr>
            <a:spLocks noGrp="1"/>
          </p:cNvSpPr>
          <p:nvPr>
            <p:ph type="subTitle"/>
          </p:nvPr>
        </p:nvSpPr>
        <p:spPr>
          <a:xfrm>
            <a:off x="4193280" y="-453600"/>
            <a:ext cx="1528560" cy="227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C7D6617A-1D1B-446F-B7E6-C24CE6DF7DC4}" type="slidenum">
              <a:t>&lt;#&gt;</a:t>
            </a:fld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EC4FF61F-C51F-4FF7-8C64-5FA2DC223DA2}" type="slidenum">
              <a:t>&lt;#&gt;</a:t>
            </a:fld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773F7F23-FC25-4A7A-8402-3124AC8F5264}" type="slidenum">
              <a:t>&lt;#&gt;</a:t>
            </a:fld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F671F5CA-809F-4069-BD4D-68AA3E69EFA9}" type="slidenum">
              <a:t>&lt;#&gt;</a:t>
            </a:fld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PlaceHolder 1"/>
          <p:cNvSpPr>
            <a:spLocks noGrp="1"/>
          </p:cNvSpPr>
          <p:nvPr>
            <p:ph type="subTitle"/>
          </p:nvPr>
        </p:nvSpPr>
        <p:spPr>
          <a:xfrm>
            <a:off x="3654360" y="3034440"/>
            <a:ext cx="4968000" cy="425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11C4BF51-5AE6-4C09-82DE-C1F39CDCB538}" type="slidenum">
              <a:t>&lt;#&gt;</a:t>
            </a:fld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D1098573-ED29-4158-B67F-7ADF0BDF82EF}" type="slidenum">
              <a:t>&lt;#&gt;</a:t>
            </a:fld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PlaceHolder 4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6C1AD07D-E3E3-49B3-9E54-4190BBD30749}" type="slidenum">
              <a:t>&lt;#&gt;</a:t>
            </a:fld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8C0396EC-7A96-4CFE-8AAB-02DBF9CE11C6}" type="slidenum">
              <a:t>&lt;#&gt;</a:t>
            </a:fld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PlaceHolder 3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E4C6B0E8-6D68-4B7B-803B-A2F15A42E717}" type="slidenum">
              <a:t>&lt;#&gt;</a:t>
            </a:fld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PlaceHolder 5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9833DBDE-BFC1-4B26-B4B8-67431BF85974}" type="slidenum">
              <a:t>&lt;#&gt;</a:t>
            </a:fld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PlaceHolder 3"/>
          <p:cNvSpPr>
            <a:spLocks noGrp="1"/>
          </p:cNvSpPr>
          <p:nvPr>
            <p:ph/>
          </p:nvPr>
        </p:nvSpPr>
        <p:spPr>
          <a:xfrm>
            <a:off x="471024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PlaceHolder 4"/>
          <p:cNvSpPr>
            <a:spLocks noGrp="1"/>
          </p:cNvSpPr>
          <p:nvPr>
            <p:ph/>
          </p:nvPr>
        </p:nvSpPr>
        <p:spPr>
          <a:xfrm>
            <a:off x="522756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PlaceHolder 5"/>
          <p:cNvSpPr>
            <a:spLocks noGrp="1"/>
          </p:cNvSpPr>
          <p:nvPr>
            <p:ph/>
          </p:nvPr>
        </p:nvSpPr>
        <p:spPr>
          <a:xfrm>
            <a:off x="419328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PlaceHolder 6"/>
          <p:cNvSpPr>
            <a:spLocks noGrp="1"/>
          </p:cNvSpPr>
          <p:nvPr>
            <p:ph/>
          </p:nvPr>
        </p:nvSpPr>
        <p:spPr>
          <a:xfrm>
            <a:off x="471024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PlaceHolder 7"/>
          <p:cNvSpPr>
            <a:spLocks noGrp="1"/>
          </p:cNvSpPr>
          <p:nvPr>
            <p:ph/>
          </p:nvPr>
        </p:nvSpPr>
        <p:spPr>
          <a:xfrm>
            <a:off x="522756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3B7F3B00-913E-4460-B0F9-C60BEB7E2A38}" type="slidenum">
              <a:t>&lt;#&gt;</a:t>
            </a:fld>
          </a:p>
        </p:txBody>
      </p:sp>
    </p:spTree>
  </p:cSld>
</p:sldLayout>
</file>

<file path=ppt/slideLayouts/slideLayout1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CF4C677-42FD-4E6B-A5C9-B4EC2349F480}" type="slidenum">
              <a:t>&lt;#&gt;</a:t>
            </a:fld>
          </a:p>
        </p:txBody>
      </p:sp>
    </p:spTree>
  </p:cSld>
</p:sldLayout>
</file>

<file path=ppt/slideLayouts/slideLayout1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PlaceHolder 2"/>
          <p:cNvSpPr>
            <a:spLocks noGrp="1"/>
          </p:cNvSpPr>
          <p:nvPr>
            <p:ph type="subTitle"/>
          </p:nvPr>
        </p:nvSpPr>
        <p:spPr>
          <a:xfrm>
            <a:off x="4193280" y="-453600"/>
            <a:ext cx="1528560" cy="227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1DFE5BE-871A-4658-9721-A8D3B932F686}" type="slidenum">
              <a:t>&lt;#&gt;</a:t>
            </a:fld>
          </a:p>
        </p:txBody>
      </p:sp>
    </p:spTree>
  </p:cSld>
</p:sldLayout>
</file>

<file path=ppt/slideLayouts/slideLayout1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E5B973F-43B9-42E7-A192-32CBC049F60D}" type="slidenum">
              <a:t>&lt;#&gt;</a:t>
            </a:fld>
          </a:p>
        </p:txBody>
      </p:sp>
    </p:spTree>
  </p:cSld>
</p:sldLayout>
</file>

<file path=ppt/slideLayouts/slideLayout1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C6E0700-55A7-471A-8D94-351049E3A79A}" type="slidenum">
              <a:t>&lt;#&gt;</a:t>
            </a:fld>
          </a:p>
        </p:txBody>
      </p:sp>
    </p:spTree>
  </p:cSld>
</p:sldLayout>
</file>

<file path=ppt/slideLayouts/slideLayout1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08AEF2E-0F80-4917-93F6-B642C0E72C6F}" type="slidenum">
              <a:t>&lt;#&gt;</a:t>
            </a:fld>
          </a:p>
        </p:txBody>
      </p:sp>
    </p:spTree>
  </p:cSld>
</p:sldLayout>
</file>

<file path=ppt/slideLayouts/slideLayout1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PlaceHolder 1"/>
          <p:cNvSpPr>
            <a:spLocks noGrp="1"/>
          </p:cNvSpPr>
          <p:nvPr>
            <p:ph type="subTitle"/>
          </p:nvPr>
        </p:nvSpPr>
        <p:spPr>
          <a:xfrm>
            <a:off x="3654360" y="3034440"/>
            <a:ext cx="4968000" cy="425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A2F7C90-A79C-4594-8CE5-0539DCCE94F4}" type="slidenum">
              <a:t>&lt;#&gt;</a:t>
            </a:fld>
          </a:p>
        </p:txBody>
      </p:sp>
    </p:spTree>
  </p:cSld>
</p:sldLayout>
</file>

<file path=ppt/slideLayouts/slideLayout1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9F60727-5EBB-4043-8477-EA24929FA370}" type="slidenum">
              <a:t>&lt;#&gt;</a:t>
            </a:fld>
          </a:p>
        </p:txBody>
      </p:sp>
    </p:spTree>
  </p:cSld>
</p:sldLayout>
</file>

<file path=ppt/slideLayouts/slideLayout1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PlaceHolder 4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99584B5-7B06-403E-80E1-A6FE6F6D89CD}" type="slidenum">
              <a:t>&lt;#&gt;</a:t>
            </a:fld>
          </a:p>
        </p:txBody>
      </p:sp>
    </p:spTree>
  </p:cSld>
</p:sldLayout>
</file>

<file path=ppt/slideLayouts/slideLayout1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FEF3990-0F30-40B6-A6E3-F73F191DEDF0}" type="slidenum">
              <a:t>&lt;#&gt;</a:t>
            </a:fld>
          </a:p>
        </p:txBody>
      </p:sp>
    </p:spTree>
  </p:cSld>
</p:sldLayout>
</file>

<file path=ppt/slideLayouts/slideLayout1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PlaceHolder 3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09CEC49-86B1-430F-BF83-7A8E5CFF63A9}" type="slidenum">
              <a:t>&lt;#&gt;</a:t>
            </a:fld>
          </a:p>
        </p:txBody>
      </p:sp>
    </p:spTree>
  </p:cSld>
</p:sldLayout>
</file>

<file path=ppt/slideLayouts/slideLayout1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PlaceHolder 5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6465D3D-A432-4783-8670-FD2106B74E67}" type="slidenum">
              <a:t>&lt;#&gt;</a:t>
            </a:fld>
          </a:p>
        </p:txBody>
      </p:sp>
    </p:spTree>
  </p:cSld>
</p:sldLayout>
</file>

<file path=ppt/slideLayouts/slideLayout1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PlaceHolder 3"/>
          <p:cNvSpPr>
            <a:spLocks noGrp="1"/>
          </p:cNvSpPr>
          <p:nvPr>
            <p:ph/>
          </p:nvPr>
        </p:nvSpPr>
        <p:spPr>
          <a:xfrm>
            <a:off x="471024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PlaceHolder 4"/>
          <p:cNvSpPr>
            <a:spLocks noGrp="1"/>
          </p:cNvSpPr>
          <p:nvPr>
            <p:ph/>
          </p:nvPr>
        </p:nvSpPr>
        <p:spPr>
          <a:xfrm>
            <a:off x="522756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PlaceHolder 5"/>
          <p:cNvSpPr>
            <a:spLocks noGrp="1"/>
          </p:cNvSpPr>
          <p:nvPr>
            <p:ph/>
          </p:nvPr>
        </p:nvSpPr>
        <p:spPr>
          <a:xfrm>
            <a:off x="419328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PlaceHolder 6"/>
          <p:cNvSpPr>
            <a:spLocks noGrp="1"/>
          </p:cNvSpPr>
          <p:nvPr>
            <p:ph/>
          </p:nvPr>
        </p:nvSpPr>
        <p:spPr>
          <a:xfrm>
            <a:off x="471024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PlaceHolder 7"/>
          <p:cNvSpPr>
            <a:spLocks noGrp="1"/>
          </p:cNvSpPr>
          <p:nvPr>
            <p:ph/>
          </p:nvPr>
        </p:nvSpPr>
        <p:spPr>
          <a:xfrm>
            <a:off x="522756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5E401F9-4BE8-4D92-87C4-C63B274B9798}" type="slidenum">
              <a:t>&lt;#&gt;</a:t>
            </a:fld>
          </a:p>
        </p:txBody>
      </p:sp>
    </p:spTree>
  </p:cSld>
</p:sldLayout>
</file>

<file path=ppt/slideLayouts/slideLayout1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36AEB903-D4BC-4677-8276-50B049FF2016}" type="slidenum">
              <a:t>&lt;#&gt;</a:t>
            </a:fld>
          </a:p>
        </p:txBody>
      </p:sp>
    </p:spTree>
  </p:cSld>
</p:sldLayout>
</file>

<file path=ppt/slideLayouts/slideLayout1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PlaceHolder 2"/>
          <p:cNvSpPr>
            <a:spLocks noGrp="1"/>
          </p:cNvSpPr>
          <p:nvPr>
            <p:ph type="subTitle"/>
          </p:nvPr>
        </p:nvSpPr>
        <p:spPr>
          <a:xfrm>
            <a:off x="4193280" y="-453600"/>
            <a:ext cx="1528560" cy="227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3E4DEA3E-303E-45E7-A2DC-3DE27EFF8AA3}" type="slidenum">
              <a:t>&lt;#&gt;</a:t>
            </a:fld>
          </a:p>
        </p:txBody>
      </p:sp>
    </p:spTree>
  </p:cSld>
</p:sldLayout>
</file>

<file path=ppt/slideLayouts/slideLayout1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AB4B0C2A-B4DC-441A-A4F5-A7CFC54D65A9}" type="slidenum">
              <a:t>&lt;#&gt;</a:t>
            </a:fld>
          </a:p>
        </p:txBody>
      </p:sp>
    </p:spTree>
  </p:cSld>
</p:sldLayout>
</file>

<file path=ppt/slideLayouts/slideLayout1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78864A5A-07E8-44BF-A2C3-D255C7D4A83E}" type="slidenum">
              <a:t>&lt;#&gt;</a:t>
            </a:fld>
          </a:p>
        </p:txBody>
      </p:sp>
    </p:spTree>
  </p:cSld>
</p:sldLayout>
</file>

<file path=ppt/slideLayouts/slideLayout1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C4F5A714-D88B-40B9-B727-FDC1DC7C9441}" type="slidenum">
              <a:t>&lt;#&gt;</a:t>
            </a:fld>
          </a:p>
        </p:txBody>
      </p:sp>
    </p:spTree>
  </p:cSld>
</p:sldLayout>
</file>

<file path=ppt/slideLayouts/slideLayout1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PlaceHolder 1"/>
          <p:cNvSpPr>
            <a:spLocks noGrp="1"/>
          </p:cNvSpPr>
          <p:nvPr>
            <p:ph type="subTitle"/>
          </p:nvPr>
        </p:nvSpPr>
        <p:spPr>
          <a:xfrm>
            <a:off x="3654360" y="3034440"/>
            <a:ext cx="4968000" cy="425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11EDE168-2AC8-42C4-8DA8-5DB8A7C3FD36}" type="slidenum">
              <a:t>&lt;#&gt;</a:t>
            </a:fld>
          </a:p>
        </p:txBody>
      </p:sp>
    </p:spTree>
  </p:cSld>
</p:sldLayout>
</file>

<file path=ppt/slideLayouts/slideLayout1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C362C3F8-FECC-4C15-8CBC-441EA9ED57B9}" type="slidenum">
              <a:t>&lt;#&gt;</a:t>
            </a:fld>
          </a:p>
        </p:txBody>
      </p:sp>
    </p:spTree>
  </p:cSld>
</p:sldLayout>
</file>

<file path=ppt/slideLayouts/slideLayout1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PlaceHolder 4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052289C5-DA9E-40CC-B096-E1FF047ADB2F}" type="slidenum">
              <a:t>&lt;#&gt;</a:t>
            </a:fld>
          </a:p>
        </p:txBody>
      </p:sp>
    </p:spTree>
  </p:cSld>
</p:sldLayout>
</file>

<file path=ppt/slideLayouts/slideLayout1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670EE0B3-CFEB-4739-B60D-033B3DE1BAC1}" type="slidenum">
              <a:t>&lt;#&gt;</a:t>
            </a:fld>
          </a:p>
        </p:txBody>
      </p:sp>
    </p:spTree>
  </p:cSld>
</p:sldLayout>
</file>

<file path=ppt/slideLayouts/slideLayout1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PlaceHolder 3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AE8AC6FB-5337-4C68-8879-A32B66FBF50A}" type="slidenum">
              <a:t>&lt;#&gt;</a:t>
            </a:fld>
          </a:p>
        </p:txBody>
      </p:sp>
    </p:spTree>
  </p:cSld>
</p:sldLayout>
</file>

<file path=ppt/slideLayouts/slideLayout1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PlaceHolder 5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CF4D0CA1-FC65-4B60-A286-282B6CD44C1B}" type="slidenum">
              <a:t>&lt;#&gt;</a:t>
            </a:fld>
          </a:p>
        </p:txBody>
      </p:sp>
    </p:spTree>
  </p:cSld>
</p:sldLayout>
</file>

<file path=ppt/slideLayouts/slideLayout1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PlaceHolder 3"/>
          <p:cNvSpPr>
            <a:spLocks noGrp="1"/>
          </p:cNvSpPr>
          <p:nvPr>
            <p:ph/>
          </p:nvPr>
        </p:nvSpPr>
        <p:spPr>
          <a:xfrm>
            <a:off x="471024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PlaceHolder 4"/>
          <p:cNvSpPr>
            <a:spLocks noGrp="1"/>
          </p:cNvSpPr>
          <p:nvPr>
            <p:ph/>
          </p:nvPr>
        </p:nvSpPr>
        <p:spPr>
          <a:xfrm>
            <a:off x="522756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PlaceHolder 5"/>
          <p:cNvSpPr>
            <a:spLocks noGrp="1"/>
          </p:cNvSpPr>
          <p:nvPr>
            <p:ph/>
          </p:nvPr>
        </p:nvSpPr>
        <p:spPr>
          <a:xfrm>
            <a:off x="419328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PlaceHolder 6"/>
          <p:cNvSpPr>
            <a:spLocks noGrp="1"/>
          </p:cNvSpPr>
          <p:nvPr>
            <p:ph/>
          </p:nvPr>
        </p:nvSpPr>
        <p:spPr>
          <a:xfrm>
            <a:off x="471024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PlaceHolder 7"/>
          <p:cNvSpPr>
            <a:spLocks noGrp="1"/>
          </p:cNvSpPr>
          <p:nvPr>
            <p:ph/>
          </p:nvPr>
        </p:nvSpPr>
        <p:spPr>
          <a:xfrm>
            <a:off x="522756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33AFBE6D-DD2D-47A1-B4F3-DBE3C8C69B4F}" type="slidenum">
              <a:t>&lt;#&gt;</a:t>
            </a:fld>
          </a:p>
        </p:txBody>
      </p:sp>
    </p:spTree>
  </p:cSld>
</p:sldLayout>
</file>

<file path=ppt/slideLayouts/slideLayout1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B011F053-34D2-4F3A-94E8-F58AC7EE6314}" type="slidenum">
              <a:t>&lt;#&gt;</a:t>
            </a:fld>
          </a:p>
        </p:txBody>
      </p:sp>
    </p:spTree>
  </p:cSld>
</p:sldLayout>
</file>

<file path=ppt/slideLayouts/slideLayout1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PlaceHolder 2"/>
          <p:cNvSpPr>
            <a:spLocks noGrp="1"/>
          </p:cNvSpPr>
          <p:nvPr>
            <p:ph type="subTitle"/>
          </p:nvPr>
        </p:nvSpPr>
        <p:spPr>
          <a:xfrm>
            <a:off x="4193280" y="-453600"/>
            <a:ext cx="1528560" cy="227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D9910AD-405C-4224-8FF7-01E0DC346313}" type="slidenum">
              <a:t>&lt;#&gt;</a:t>
            </a:fld>
          </a:p>
        </p:txBody>
      </p:sp>
    </p:spTree>
  </p:cSld>
</p:sldLayout>
</file>

<file path=ppt/slideLayouts/slideLayout1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0395485-576A-4354-906B-F09B297C3B90}" type="slidenum">
              <a:t>&lt;#&gt;</a:t>
            </a:fld>
          </a:p>
        </p:txBody>
      </p:sp>
    </p:spTree>
  </p:cSld>
</p:sldLayout>
</file>

<file path=ppt/slideLayouts/slideLayout1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8F72BF2A-E11B-47D4-BBA4-B4ACAE0BD7D3}" type="slidenum">
              <a:t>&lt;#&gt;</a:t>
            </a:fld>
          </a:p>
        </p:txBody>
      </p:sp>
    </p:spTree>
  </p:cSld>
</p:sldLayout>
</file>

<file path=ppt/slideLayouts/slideLayout1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1068BF9-238E-4234-A7E9-4A0F5E856423}" type="slidenum">
              <a:t>&lt;#&gt;</a:t>
            </a:fld>
          </a:p>
        </p:txBody>
      </p:sp>
    </p:spTree>
  </p:cSld>
</p:sldLayout>
</file>

<file path=ppt/slideLayouts/slideLayout1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PlaceHolder 1"/>
          <p:cNvSpPr>
            <a:spLocks noGrp="1"/>
          </p:cNvSpPr>
          <p:nvPr>
            <p:ph type="subTitle"/>
          </p:nvPr>
        </p:nvSpPr>
        <p:spPr>
          <a:xfrm>
            <a:off x="3654360" y="3034440"/>
            <a:ext cx="4968000" cy="425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8C67B6EC-8A5C-4CEC-8BD7-7CF6A2948F2B}" type="slidenum">
              <a:t>&lt;#&gt;</a:t>
            </a:fld>
          </a:p>
        </p:txBody>
      </p:sp>
    </p:spTree>
  </p:cSld>
</p:sldLayout>
</file>

<file path=ppt/slideLayouts/slideLayout1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7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9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ED3A761-945A-41F0-BAA9-D0C21EB5F43F}" type="slidenum">
              <a:t>&lt;#&gt;</a:t>
            </a:fld>
          </a:p>
        </p:txBody>
      </p:sp>
    </p:spTree>
  </p:cSld>
</p:sldLayout>
</file>

<file path=ppt/slideLayouts/slideLayout1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2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3" name="PlaceHolder 4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9711322-B533-4269-8D94-BE7B62DF4CEC}" type="slidenum">
              <a:t>&lt;#&gt;</a:t>
            </a:fld>
          </a:p>
        </p:txBody>
      </p:sp>
    </p:spTree>
  </p:cSld>
</p:sldLayout>
</file>

<file path=ppt/slideLayouts/slideLayout1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5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51D93CDE-9A6E-41AF-8A87-12BF96EEDB27}" type="slidenum">
              <a:t>&lt;#&gt;</a:t>
            </a:fld>
          </a:p>
        </p:txBody>
      </p:sp>
    </p:spTree>
  </p:cSld>
</p:sldLayout>
</file>

<file path=ppt/slideLayouts/slideLayout1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9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" name="PlaceHolder 3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7F98869-ECB7-4635-B93B-BC7DE162CD56}" type="slidenum">
              <a:t>&lt;#&gt;</a:t>
            </a:fld>
          </a:p>
        </p:txBody>
      </p:sp>
    </p:spTree>
  </p:cSld>
</p:sldLayout>
</file>

<file path=ppt/slideLayouts/slideLayout1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2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4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5" name="PlaceHolder 5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C73BCD6-D104-42D1-8F6B-189EC32ADD3A}" type="slidenum">
              <a:t>&lt;#&gt;</a:t>
            </a:fld>
          </a:p>
        </p:txBody>
      </p:sp>
    </p:spTree>
  </p:cSld>
</p:sldLayout>
</file>

<file path=ppt/slideLayouts/slideLayout1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7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" name="PlaceHolder 3"/>
          <p:cNvSpPr>
            <a:spLocks noGrp="1"/>
          </p:cNvSpPr>
          <p:nvPr>
            <p:ph/>
          </p:nvPr>
        </p:nvSpPr>
        <p:spPr>
          <a:xfrm>
            <a:off x="471024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9" name="PlaceHolder 4"/>
          <p:cNvSpPr>
            <a:spLocks noGrp="1"/>
          </p:cNvSpPr>
          <p:nvPr>
            <p:ph/>
          </p:nvPr>
        </p:nvSpPr>
        <p:spPr>
          <a:xfrm>
            <a:off x="522756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0" name="PlaceHolder 5"/>
          <p:cNvSpPr>
            <a:spLocks noGrp="1"/>
          </p:cNvSpPr>
          <p:nvPr>
            <p:ph/>
          </p:nvPr>
        </p:nvSpPr>
        <p:spPr>
          <a:xfrm>
            <a:off x="419328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1" name="PlaceHolder 6"/>
          <p:cNvSpPr>
            <a:spLocks noGrp="1"/>
          </p:cNvSpPr>
          <p:nvPr>
            <p:ph/>
          </p:nvPr>
        </p:nvSpPr>
        <p:spPr>
          <a:xfrm>
            <a:off x="471024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2" name="PlaceHolder 7"/>
          <p:cNvSpPr>
            <a:spLocks noGrp="1"/>
          </p:cNvSpPr>
          <p:nvPr>
            <p:ph/>
          </p:nvPr>
        </p:nvSpPr>
        <p:spPr>
          <a:xfrm>
            <a:off x="522756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816652EE-2841-4DC4-8AF2-4559AE6144C0}" type="slidenum">
              <a:t>&lt;#&gt;</a:t>
            </a:fld>
          </a:p>
        </p:txBody>
      </p:sp>
    </p:spTree>
  </p:cSld>
</p:sldLayout>
</file>

<file path=ppt/slideLayouts/slideLayout1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409FD855-B9B8-4293-87A7-B1A10FC781BC}" type="slidenum">
              <a:t>&lt;#&gt;</a:t>
            </a:fld>
          </a:p>
        </p:txBody>
      </p:sp>
    </p:spTree>
  </p:cSld>
</p:sldLayout>
</file>

<file path=ppt/slideLayouts/slideLayout1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2" name="PlaceHolder 2"/>
          <p:cNvSpPr>
            <a:spLocks noGrp="1"/>
          </p:cNvSpPr>
          <p:nvPr>
            <p:ph type="subTitle"/>
          </p:nvPr>
        </p:nvSpPr>
        <p:spPr>
          <a:xfrm>
            <a:off x="4193280" y="-453600"/>
            <a:ext cx="1528560" cy="227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0934884B-4ABA-40B9-B486-2E070E35DEDE}" type="slidenum">
              <a:t>&lt;#&gt;</a:t>
            </a:fld>
          </a:p>
        </p:txBody>
      </p:sp>
    </p:spTree>
  </p:cSld>
</p:sldLayout>
</file>

<file path=ppt/slideLayouts/slideLayout1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4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2365B9C1-31F6-4628-BD68-96646B5213FB}" type="slidenum">
              <a:t>&lt;#&gt;</a:t>
            </a:fld>
          </a:p>
        </p:txBody>
      </p:sp>
    </p:spTree>
  </p:cSld>
</p:sldLayout>
</file>

<file path=ppt/slideLayouts/slideLayout1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6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7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C3CF6A73-C141-4586-B009-3834A2E135B0}" type="slidenum">
              <a:t>&lt;#&gt;</a:t>
            </a:fld>
          </a:p>
        </p:txBody>
      </p:sp>
    </p:spTree>
  </p:cSld>
</p:sldLayout>
</file>

<file path=ppt/slideLayouts/slideLayout1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160FBCF1-7D9F-44F0-9D53-ABF837662225}" type="slidenum">
              <a:t>&lt;#&gt;</a:t>
            </a:fld>
          </a:p>
        </p:txBody>
      </p:sp>
    </p:spTree>
  </p:cSld>
</p:sldLayout>
</file>

<file path=ppt/slideLayouts/slideLayout1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PlaceHolder 1"/>
          <p:cNvSpPr>
            <a:spLocks noGrp="1"/>
          </p:cNvSpPr>
          <p:nvPr>
            <p:ph type="subTitle"/>
          </p:nvPr>
        </p:nvSpPr>
        <p:spPr>
          <a:xfrm>
            <a:off x="3654360" y="3034440"/>
            <a:ext cx="4968000" cy="425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16608652-A750-46D8-A8F3-59C2EFC58754}" type="slidenum">
              <a:t>&lt;#&gt;</a:t>
            </a:fld>
          </a:p>
        </p:txBody>
      </p:sp>
    </p:spTree>
  </p:cSld>
</p:sldLayout>
</file>

<file path=ppt/slideLayouts/slideLayout1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1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2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3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DFCDB922-627E-4C59-BAEA-74E3193A43F0}" type="slidenum">
              <a:t>&lt;#&gt;</a:t>
            </a:fld>
          </a:p>
        </p:txBody>
      </p:sp>
    </p:spTree>
  </p:cSld>
</p:sldLayout>
</file>

<file path=ppt/slideLayouts/slideLayout1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5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6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7" name="PlaceHolder 4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0369952C-4E2B-4F71-A857-3A1F2102FEAD}" type="slidenum">
              <a:t>&lt;#&gt;</a:t>
            </a:fld>
          </a:p>
        </p:txBody>
      </p:sp>
    </p:spTree>
  </p:cSld>
</p:sldLayout>
</file>

<file path=ppt/slideLayouts/slideLayout1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9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0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1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6409F0FF-C82C-4C9E-8FAC-D772FA315371}" type="slidenum">
              <a:t>&lt;#&gt;</a:t>
            </a:fld>
          </a:p>
        </p:txBody>
      </p:sp>
    </p:spTree>
  </p:cSld>
</p:sldLayout>
</file>

<file path=ppt/slideLayouts/slideLayout1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3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4" name="PlaceHolder 3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6AF05EC4-6B30-41FA-92AC-00A8958F2648}" type="slidenum">
              <a:t>&lt;#&gt;</a:t>
            </a:fld>
          </a:p>
        </p:txBody>
      </p:sp>
    </p:spTree>
  </p:cSld>
</p:sldLayout>
</file>

<file path=ppt/slideLayouts/slideLayout1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6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7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8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9" name="PlaceHolder 5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31320771-38DB-4B7E-85B2-C66F99729BB0}" type="slidenum">
              <a:t>&lt;#&gt;</a:t>
            </a:fld>
          </a:p>
        </p:txBody>
      </p:sp>
    </p:spTree>
  </p:cSld>
</p:sldLayout>
</file>

<file path=ppt/slideLayouts/slideLayout1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1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2" name="PlaceHolder 3"/>
          <p:cNvSpPr>
            <a:spLocks noGrp="1"/>
          </p:cNvSpPr>
          <p:nvPr>
            <p:ph/>
          </p:nvPr>
        </p:nvSpPr>
        <p:spPr>
          <a:xfrm>
            <a:off x="471024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3" name="PlaceHolder 4"/>
          <p:cNvSpPr>
            <a:spLocks noGrp="1"/>
          </p:cNvSpPr>
          <p:nvPr>
            <p:ph/>
          </p:nvPr>
        </p:nvSpPr>
        <p:spPr>
          <a:xfrm>
            <a:off x="522756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4" name="PlaceHolder 5"/>
          <p:cNvSpPr>
            <a:spLocks noGrp="1"/>
          </p:cNvSpPr>
          <p:nvPr>
            <p:ph/>
          </p:nvPr>
        </p:nvSpPr>
        <p:spPr>
          <a:xfrm>
            <a:off x="419328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5" name="PlaceHolder 6"/>
          <p:cNvSpPr>
            <a:spLocks noGrp="1"/>
          </p:cNvSpPr>
          <p:nvPr>
            <p:ph/>
          </p:nvPr>
        </p:nvSpPr>
        <p:spPr>
          <a:xfrm>
            <a:off x="471024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6" name="PlaceHolder 7"/>
          <p:cNvSpPr>
            <a:spLocks noGrp="1"/>
          </p:cNvSpPr>
          <p:nvPr>
            <p:ph/>
          </p:nvPr>
        </p:nvSpPr>
        <p:spPr>
          <a:xfrm>
            <a:off x="522756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CD166D7D-1198-4C14-9705-A1F9B8707D11}" type="slidenum">
              <a:t>&lt;#&gt;</a:t>
            </a:fld>
          </a:p>
        </p:txBody>
      </p:sp>
    </p:spTree>
  </p:cSld>
</p:sldLayout>
</file>

<file path=ppt/slideLayouts/slideLayout1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E1A92FD9-73D8-4690-9E1E-FDBA584C10CF}" type="slidenum">
              <a:t>&lt;#&gt;</a:t>
            </a:fld>
          </a:p>
        </p:txBody>
      </p:sp>
    </p:spTree>
  </p:cSld>
</p:sldLayout>
</file>

<file path=ppt/slideLayouts/slideLayout1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8" name="PlaceHolder 2"/>
          <p:cNvSpPr>
            <a:spLocks noGrp="1"/>
          </p:cNvSpPr>
          <p:nvPr>
            <p:ph type="subTitle"/>
          </p:nvPr>
        </p:nvSpPr>
        <p:spPr>
          <a:xfrm>
            <a:off x="4193280" y="-453600"/>
            <a:ext cx="1528560" cy="227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6310BE90-5555-4315-AE1F-56B60E65B325}" type="slidenum">
              <a:t>&lt;#&gt;</a:t>
            </a:fld>
          </a:p>
        </p:txBody>
      </p:sp>
    </p:spTree>
  </p:cSld>
</p:sldLayout>
</file>

<file path=ppt/slideLayouts/slideLayout1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0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EFB4F084-2CED-4F09-928C-55AFD0A107C9}" type="slidenum">
              <a:t>&lt;#&gt;</a:t>
            </a:fld>
          </a:p>
        </p:txBody>
      </p:sp>
    </p:spTree>
  </p:cSld>
</p:sldLayout>
</file>

<file path=ppt/slideLayouts/slideLayout1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2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3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12ACF3D6-1AF7-454A-B206-9FC2BB655FD5}" type="slidenum">
              <a:t>&lt;#&gt;</a:t>
            </a:fld>
          </a:p>
        </p:txBody>
      </p:sp>
    </p:spTree>
  </p:cSld>
</p:sldLayout>
</file>

<file path=ppt/slideLayouts/slideLayout1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BDDDE6C1-CC0A-42C1-869D-F376D343869F}" type="slidenum">
              <a:t>&lt;#&gt;</a:t>
            </a:fld>
          </a:p>
        </p:txBody>
      </p:sp>
    </p:spTree>
  </p:cSld>
</p:sldLayout>
</file>

<file path=ppt/slideLayouts/slideLayout1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PlaceHolder 1"/>
          <p:cNvSpPr>
            <a:spLocks noGrp="1"/>
          </p:cNvSpPr>
          <p:nvPr>
            <p:ph type="subTitle"/>
          </p:nvPr>
        </p:nvSpPr>
        <p:spPr>
          <a:xfrm>
            <a:off x="3654360" y="3034440"/>
            <a:ext cx="4968000" cy="425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6E384BE2-79F6-4CFB-8B7C-5579FBC10ED0}" type="slidenum">
              <a:t>&lt;#&gt;</a:t>
            </a:fld>
          </a:p>
        </p:txBody>
      </p:sp>
    </p:spTree>
  </p:cSld>
</p:sldLayout>
</file>

<file path=ppt/slideLayouts/slideLayout1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7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9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550F33B7-60E8-48C0-BE5B-AADDD2ECAF7B}" type="slidenum">
              <a:t>&lt;#&gt;</a:t>
            </a:fld>
          </a:p>
        </p:txBody>
      </p:sp>
    </p:spTree>
  </p:cSld>
</p:sldLayout>
</file>

<file path=ppt/slideLayouts/slideLayout1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1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2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3" name="PlaceHolder 4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7C38D67D-73B5-472F-9FBF-9D8E476C0D3A}" type="slidenum">
              <a:t>&lt;#&gt;</a:t>
            </a:fld>
          </a:p>
        </p:txBody>
      </p:sp>
    </p:spTree>
  </p:cSld>
</p:sldLayout>
</file>

<file path=ppt/slideLayouts/slideLayout1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5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6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7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66207793-CD90-4499-A21F-A64FCE4E957D}" type="slidenum">
              <a:t>&lt;#&gt;</a:t>
            </a:fld>
          </a:p>
        </p:txBody>
      </p:sp>
    </p:spTree>
  </p:cSld>
</p:sldLayout>
</file>

<file path=ppt/slideLayouts/slideLayout1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9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0" name="PlaceHolder 3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A853A053-684F-45C2-B17D-2793C440D037}" type="slidenum">
              <a:t>&lt;#&gt;</a:t>
            </a:fld>
          </a:p>
        </p:txBody>
      </p:sp>
    </p:spTree>
  </p:cSld>
</p:sldLayout>
</file>

<file path=ppt/slideLayouts/slideLayout1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2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3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4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5" name="PlaceHolder 5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FD76E182-BAD4-4BFD-BF57-4F3CCAD28142}" type="slidenum">
              <a:t>&lt;#&gt;</a:t>
            </a:fld>
          </a:p>
        </p:txBody>
      </p:sp>
    </p:spTree>
  </p:cSld>
</p:sldLayout>
</file>

<file path=ppt/slideLayouts/slideLayout1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7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8" name="PlaceHolder 3"/>
          <p:cNvSpPr>
            <a:spLocks noGrp="1"/>
          </p:cNvSpPr>
          <p:nvPr>
            <p:ph/>
          </p:nvPr>
        </p:nvSpPr>
        <p:spPr>
          <a:xfrm>
            <a:off x="471024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9" name="PlaceHolder 4"/>
          <p:cNvSpPr>
            <a:spLocks noGrp="1"/>
          </p:cNvSpPr>
          <p:nvPr>
            <p:ph/>
          </p:nvPr>
        </p:nvSpPr>
        <p:spPr>
          <a:xfrm>
            <a:off x="522756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0" name="PlaceHolder 5"/>
          <p:cNvSpPr>
            <a:spLocks noGrp="1"/>
          </p:cNvSpPr>
          <p:nvPr>
            <p:ph/>
          </p:nvPr>
        </p:nvSpPr>
        <p:spPr>
          <a:xfrm>
            <a:off x="419328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1" name="PlaceHolder 6"/>
          <p:cNvSpPr>
            <a:spLocks noGrp="1"/>
          </p:cNvSpPr>
          <p:nvPr>
            <p:ph/>
          </p:nvPr>
        </p:nvSpPr>
        <p:spPr>
          <a:xfrm>
            <a:off x="471024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2" name="PlaceHolder 7"/>
          <p:cNvSpPr>
            <a:spLocks noGrp="1"/>
          </p:cNvSpPr>
          <p:nvPr>
            <p:ph/>
          </p:nvPr>
        </p:nvSpPr>
        <p:spPr>
          <a:xfrm>
            <a:off x="522756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B7285F6A-ABC1-48B3-8FD5-E5A9A2E0BB15}" type="slidenum">
              <a:t>&lt;#&gt;</a:t>
            </a:fld>
          </a:p>
        </p:txBody>
      </p:sp>
    </p:spTree>
  </p:cSld>
</p:sldLayout>
</file>

<file path=ppt/slideLayouts/slideLayout1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EC9C231E-819C-415F-9500-1E3DC3A50B95}" type="slidenum">
              <a:t>&lt;#&gt;</a:t>
            </a:fld>
          </a:p>
        </p:txBody>
      </p:sp>
    </p:spTree>
  </p:cSld>
</p:sldLayout>
</file>

<file path=ppt/slideLayouts/slideLayout1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2" name="PlaceHolder 2"/>
          <p:cNvSpPr>
            <a:spLocks noGrp="1"/>
          </p:cNvSpPr>
          <p:nvPr>
            <p:ph type="subTitle"/>
          </p:nvPr>
        </p:nvSpPr>
        <p:spPr>
          <a:xfrm>
            <a:off x="4193280" y="-453600"/>
            <a:ext cx="1528560" cy="227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29A4703E-995E-4504-B662-6EDCC55DE3B9}" type="slidenum">
              <a:t>&lt;#&gt;</a:t>
            </a:fld>
          </a:p>
        </p:txBody>
      </p:sp>
    </p:spTree>
  </p:cSld>
</p:sldLayout>
</file>

<file path=ppt/slideLayouts/slideLayout1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4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872043EF-4869-4A7B-8D70-28ECAB18BB0D}" type="slidenum">
              <a:t>&lt;#&gt;</a:t>
            </a:fld>
          </a:p>
        </p:txBody>
      </p:sp>
    </p:spTree>
  </p:cSld>
</p:sldLayout>
</file>

<file path=ppt/slideLayouts/slideLayout1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6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7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7E0FBBE7-7293-436C-835E-7BE96A1D613E}" type="slidenum">
              <a:t>&lt;#&gt;</a:t>
            </a:fld>
          </a:p>
        </p:txBody>
      </p:sp>
    </p:spTree>
  </p:cSld>
</p:sldLayout>
</file>

<file path=ppt/slideLayouts/slideLayout1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D6B27F8B-737C-42DD-B1A3-0E88E5DB13E5}" type="slidenum">
              <a:t>&lt;#&gt;</a:t>
            </a:fld>
          </a:p>
        </p:txBody>
      </p:sp>
    </p:spTree>
  </p:cSld>
</p:sldLayout>
</file>

<file path=ppt/slideLayouts/slideLayout1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PlaceHolder 1"/>
          <p:cNvSpPr>
            <a:spLocks noGrp="1"/>
          </p:cNvSpPr>
          <p:nvPr>
            <p:ph type="subTitle"/>
          </p:nvPr>
        </p:nvSpPr>
        <p:spPr>
          <a:xfrm>
            <a:off x="3654360" y="3034440"/>
            <a:ext cx="4968000" cy="425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2CD39552-2E74-45E2-A7C6-60E42C3C1785}" type="slidenum">
              <a:t>&lt;#&gt;</a:t>
            </a:fld>
          </a:p>
        </p:txBody>
      </p:sp>
    </p:spTree>
  </p:cSld>
</p:sldLayout>
</file>

<file path=ppt/slideLayouts/slideLayout1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1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2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3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4D1E6AAD-7A09-4F8A-9A35-1419A374047B}" type="slidenum">
              <a:t>&lt;#&gt;</a:t>
            </a:fld>
          </a:p>
        </p:txBody>
      </p:sp>
    </p:spTree>
  </p:cSld>
</p:sldLayout>
</file>

<file path=ppt/slideLayouts/slideLayout1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5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6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7" name="PlaceHolder 4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BECB1BE6-2919-4754-A7F9-DFF685FD1BBC}" type="slidenum">
              <a:t>&lt;#&gt;</a:t>
            </a:fld>
          </a:p>
        </p:txBody>
      </p:sp>
    </p:spTree>
  </p:cSld>
</p:sldLayout>
</file>

<file path=ppt/slideLayouts/slideLayout1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9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0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1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DCAD1AE8-DE93-40BD-8BCE-0F5C713C5034}" type="slidenum">
              <a:t>&lt;#&gt;</a:t>
            </a:fld>
          </a:p>
        </p:txBody>
      </p:sp>
    </p:spTree>
  </p:cSld>
</p:sldLayout>
</file>

<file path=ppt/slideLayouts/slideLayout1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3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4" name="PlaceHolder 3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EB48ED4A-25B8-4EDE-8A7D-F963ECDDBD1D}" type="slidenum">
              <a:t>&lt;#&gt;</a:t>
            </a:fld>
          </a:p>
        </p:txBody>
      </p:sp>
    </p:spTree>
  </p:cSld>
</p:sldLayout>
</file>

<file path=ppt/slideLayouts/slideLayout1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6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7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8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9" name="PlaceHolder 5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2FC03396-F002-4022-B829-2A3F4E51EE56}" type="slidenum">
              <a:t>&lt;#&gt;</a:t>
            </a:fld>
          </a:p>
        </p:txBody>
      </p:sp>
    </p:spTree>
  </p:cSld>
</p:sldLayout>
</file>

<file path=ppt/slideLayouts/slideLayout1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1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2" name="PlaceHolder 3"/>
          <p:cNvSpPr>
            <a:spLocks noGrp="1"/>
          </p:cNvSpPr>
          <p:nvPr>
            <p:ph/>
          </p:nvPr>
        </p:nvSpPr>
        <p:spPr>
          <a:xfrm>
            <a:off x="471024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3" name="PlaceHolder 4"/>
          <p:cNvSpPr>
            <a:spLocks noGrp="1"/>
          </p:cNvSpPr>
          <p:nvPr>
            <p:ph/>
          </p:nvPr>
        </p:nvSpPr>
        <p:spPr>
          <a:xfrm>
            <a:off x="522756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4" name="PlaceHolder 5"/>
          <p:cNvSpPr>
            <a:spLocks noGrp="1"/>
          </p:cNvSpPr>
          <p:nvPr>
            <p:ph/>
          </p:nvPr>
        </p:nvSpPr>
        <p:spPr>
          <a:xfrm>
            <a:off x="419328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5" name="PlaceHolder 6"/>
          <p:cNvSpPr>
            <a:spLocks noGrp="1"/>
          </p:cNvSpPr>
          <p:nvPr>
            <p:ph/>
          </p:nvPr>
        </p:nvSpPr>
        <p:spPr>
          <a:xfrm>
            <a:off x="471024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6" name="PlaceHolder 7"/>
          <p:cNvSpPr>
            <a:spLocks noGrp="1"/>
          </p:cNvSpPr>
          <p:nvPr>
            <p:ph/>
          </p:nvPr>
        </p:nvSpPr>
        <p:spPr>
          <a:xfrm>
            <a:off x="522756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D0B0A3EA-9806-4528-9A23-E9395BA5EA3C}" type="slidenum">
              <a:t>&lt;#&gt;</a:t>
            </a:fld>
          </a:p>
        </p:txBody>
      </p:sp>
    </p:spTree>
  </p:cSld>
</p:sldLayout>
</file>

<file path=ppt/slideLayouts/slideLayout1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3FEC676E-F1A9-48EC-891C-2B3AC7212A8C}" type="slidenum">
              <a:t>&lt;#&gt;</a:t>
            </a:fld>
          </a:p>
        </p:txBody>
      </p:sp>
    </p:spTree>
  </p:cSld>
</p:sldLayout>
</file>

<file path=ppt/slideLayouts/slideLayout1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7" name="PlaceHolder 2"/>
          <p:cNvSpPr>
            <a:spLocks noGrp="1"/>
          </p:cNvSpPr>
          <p:nvPr>
            <p:ph type="subTitle"/>
          </p:nvPr>
        </p:nvSpPr>
        <p:spPr>
          <a:xfrm>
            <a:off x="4193280" y="-453600"/>
            <a:ext cx="1528560" cy="227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348505C2-0E25-47A1-90D5-F9D13093DC69}" type="slidenum">
              <a:t>&lt;#&gt;</a:t>
            </a:fld>
          </a:p>
        </p:txBody>
      </p:sp>
    </p:spTree>
  </p:cSld>
</p:sldLayout>
</file>

<file path=ppt/slideLayouts/slideLayout1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9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951DB048-6E51-4CC1-B2C6-BBE611856496}" type="slidenum">
              <a:t>&lt;#&gt;</a:t>
            </a:fld>
          </a:p>
        </p:txBody>
      </p:sp>
    </p:spTree>
  </p:cSld>
</p:sldLayout>
</file>

<file path=ppt/slideLayouts/slideLayout1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1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2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459A514A-B727-41DD-A603-F228DA7F00F4}" type="slidenum">
              <a:t>&lt;#&gt;</a:t>
            </a:fld>
          </a:p>
        </p:txBody>
      </p:sp>
    </p:spTree>
  </p:cSld>
</p:sldLayout>
</file>

<file path=ppt/slideLayouts/slideLayout1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B3BF6EF5-2698-4964-A1C6-606B673CE5BC}" type="slidenum">
              <a:t>&lt;#&gt;</a:t>
            </a:fld>
          </a:p>
        </p:txBody>
      </p:sp>
    </p:spTree>
  </p:cSld>
</p:sldLayout>
</file>

<file path=ppt/slideLayouts/slideLayout1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PlaceHolder 1"/>
          <p:cNvSpPr>
            <a:spLocks noGrp="1"/>
          </p:cNvSpPr>
          <p:nvPr>
            <p:ph type="subTitle"/>
          </p:nvPr>
        </p:nvSpPr>
        <p:spPr>
          <a:xfrm>
            <a:off x="3654360" y="3034440"/>
            <a:ext cx="4968000" cy="425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568A9655-CB79-49F6-8DBB-4BBD7615271C}" type="slidenum">
              <a:t>&lt;#&gt;</a:t>
            </a:fld>
          </a:p>
        </p:txBody>
      </p:sp>
    </p:spTree>
  </p:cSld>
</p:sldLayout>
</file>

<file path=ppt/slideLayouts/slideLayout1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6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7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8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7D0E0C72-8275-4B26-951D-C1DE1FEF8465}" type="slidenum">
              <a:t>&lt;#&gt;</a:t>
            </a:fld>
          </a:p>
        </p:txBody>
      </p:sp>
    </p:spTree>
  </p:cSld>
</p:sldLayout>
</file>

<file path=ppt/slideLayouts/slideLayout1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0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1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2" name="PlaceHolder 4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30D1FD6E-0626-4A5C-80B4-54933FA63F17}" type="slidenum">
              <a:t>&lt;#&gt;</a:t>
            </a:fld>
          </a:p>
        </p:txBody>
      </p:sp>
    </p:spTree>
  </p:cSld>
</p:sldLayout>
</file>

<file path=ppt/slideLayouts/slideLayout1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4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5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6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403CF603-791B-43EA-9DC6-957609EC202E}" type="slidenum">
              <a:t>&lt;#&gt;</a:t>
            </a:fld>
          </a:p>
        </p:txBody>
      </p:sp>
    </p:spTree>
  </p:cSld>
</p:sldLayout>
</file>

<file path=ppt/slideLayouts/slideLayout1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8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9" name="PlaceHolder 3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7EDCF735-A95F-4649-9215-6FAEA65DD6AF}" type="slidenum">
              <a:t>&lt;#&gt;</a:t>
            </a:fld>
          </a:p>
        </p:txBody>
      </p:sp>
    </p:spTree>
  </p:cSld>
</p:sldLayout>
</file>

<file path=ppt/slideLayouts/slideLayout1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1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2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3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4" name="PlaceHolder 5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BC2C63BA-858D-46D6-B491-E416A70AFD7F}" type="slidenum">
              <a:t>&lt;#&gt;</a:t>
            </a:fld>
          </a:p>
        </p:txBody>
      </p:sp>
    </p:spTree>
  </p:cSld>
</p:sldLayout>
</file>

<file path=ppt/slideLayouts/slideLayout1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6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7" name="PlaceHolder 3"/>
          <p:cNvSpPr>
            <a:spLocks noGrp="1"/>
          </p:cNvSpPr>
          <p:nvPr>
            <p:ph/>
          </p:nvPr>
        </p:nvSpPr>
        <p:spPr>
          <a:xfrm>
            <a:off x="471024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8" name="PlaceHolder 4"/>
          <p:cNvSpPr>
            <a:spLocks noGrp="1"/>
          </p:cNvSpPr>
          <p:nvPr>
            <p:ph/>
          </p:nvPr>
        </p:nvSpPr>
        <p:spPr>
          <a:xfrm>
            <a:off x="522756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9" name="PlaceHolder 5"/>
          <p:cNvSpPr>
            <a:spLocks noGrp="1"/>
          </p:cNvSpPr>
          <p:nvPr>
            <p:ph/>
          </p:nvPr>
        </p:nvSpPr>
        <p:spPr>
          <a:xfrm>
            <a:off x="419328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0" name="PlaceHolder 6"/>
          <p:cNvSpPr>
            <a:spLocks noGrp="1"/>
          </p:cNvSpPr>
          <p:nvPr>
            <p:ph/>
          </p:nvPr>
        </p:nvSpPr>
        <p:spPr>
          <a:xfrm>
            <a:off x="471024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1" name="PlaceHolder 7"/>
          <p:cNvSpPr>
            <a:spLocks noGrp="1"/>
          </p:cNvSpPr>
          <p:nvPr>
            <p:ph/>
          </p:nvPr>
        </p:nvSpPr>
        <p:spPr>
          <a:xfrm>
            <a:off x="522756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819A76E5-ECFF-47C6-B663-321BB5D1BEDD}" type="slidenum">
              <a:t>&lt;#&gt;</a:t>
            </a:fld>
          </a:p>
        </p:txBody>
      </p:sp>
    </p:spTree>
  </p:cSld>
</p:sldLayout>
</file>

<file path=ppt/slideLayouts/slideLayout1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EAE8E0F6-664F-4611-A86E-AA8C6D4C1F5C}" type="slidenum">
              <a:t>&lt;#&gt;</a:t>
            </a:fld>
          </a:p>
        </p:txBody>
      </p:sp>
    </p:spTree>
  </p:cSld>
</p:sldLayout>
</file>

<file path=ppt/slideLayouts/slideLayout1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1" name="PlaceHolder 2"/>
          <p:cNvSpPr>
            <a:spLocks noGrp="1"/>
          </p:cNvSpPr>
          <p:nvPr>
            <p:ph type="subTitle"/>
          </p:nvPr>
        </p:nvSpPr>
        <p:spPr>
          <a:xfrm>
            <a:off x="4193280" y="-453600"/>
            <a:ext cx="1528560" cy="227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3CD47ED8-38E0-4F10-9967-B2043E693442}" type="slidenum">
              <a:t>&lt;#&gt;</a:t>
            </a:fld>
          </a:p>
        </p:txBody>
      </p:sp>
    </p:spTree>
  </p:cSld>
</p:sldLayout>
</file>

<file path=ppt/slideLayouts/slideLayout1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3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97BDF14F-610B-45E1-995E-9430C1E63E3F}" type="slidenum">
              <a:t>&lt;#&gt;</a:t>
            </a:fld>
          </a:p>
        </p:txBody>
      </p:sp>
    </p:spTree>
  </p:cSld>
</p:sldLayout>
</file>

<file path=ppt/slideLayouts/slideLayout1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5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6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7CB72CE1-31D7-4288-BFE2-5E8FE88DD428}" type="slidenum">
              <a:t>&lt;#&gt;</a:t>
            </a:fld>
          </a:p>
        </p:txBody>
      </p:sp>
    </p:spTree>
  </p:cSld>
</p:sldLayout>
</file>

<file path=ppt/slideLayouts/slideLayout1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EDA8B79A-DA83-42D9-AD64-3AC732D6D0E7}" type="slidenum">
              <a:t>&lt;#&gt;</a:t>
            </a:fld>
          </a:p>
        </p:txBody>
      </p:sp>
    </p:spTree>
  </p:cSld>
</p:sldLayout>
</file>

<file path=ppt/slideLayouts/slideLayout1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PlaceHolder 1"/>
          <p:cNvSpPr>
            <a:spLocks noGrp="1"/>
          </p:cNvSpPr>
          <p:nvPr>
            <p:ph type="subTitle"/>
          </p:nvPr>
        </p:nvSpPr>
        <p:spPr>
          <a:xfrm>
            <a:off x="3654360" y="3034440"/>
            <a:ext cx="4968000" cy="425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88FAAAD5-F4DA-4774-8A04-268322537035}" type="slidenum">
              <a:t>&lt;#&gt;</a:t>
            </a:fld>
          </a:p>
        </p:txBody>
      </p:sp>
    </p:spTree>
  </p:cSld>
</p:sldLayout>
</file>

<file path=ppt/slideLayouts/slideLayout1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0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1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2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5257F660-AD41-4346-BE1B-EF4E72ACE7EC}" type="slidenum">
              <a:t>&lt;#&gt;</a:t>
            </a:fld>
          </a:p>
        </p:txBody>
      </p:sp>
    </p:spTree>
  </p:cSld>
</p:sldLayout>
</file>

<file path=ppt/slideLayouts/slideLayout2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4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5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6" name="PlaceHolder 4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023AF5D4-1DE0-4FF5-8210-C6F81CB57E88}" type="slidenum">
              <a:t>&lt;#&gt;</a:t>
            </a:fld>
          </a:p>
        </p:txBody>
      </p:sp>
    </p:spTree>
  </p:cSld>
</p:sldLayout>
</file>

<file path=ppt/slideLayouts/slideLayout2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8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9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0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608B6BCB-9F05-4C3E-97C8-4A4DA9236C02}" type="slidenum">
              <a:t>&lt;#&gt;</a:t>
            </a:fld>
          </a:p>
        </p:txBody>
      </p:sp>
    </p:spTree>
  </p:cSld>
</p:sldLayout>
</file>

<file path=ppt/slideLayouts/slideLayout2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2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3" name="PlaceHolder 3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33AB9989-F0C5-477A-8768-F062199FB4DC}" type="slidenum">
              <a:t>&lt;#&gt;</a:t>
            </a:fld>
          </a:p>
        </p:txBody>
      </p:sp>
    </p:spTree>
  </p:cSld>
</p:sldLayout>
</file>

<file path=ppt/slideLayouts/slideLayout2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5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6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7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8" name="PlaceHolder 5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7DCE4F97-0819-4279-AC06-CCE2C5D8B050}" type="slidenum">
              <a:t>&lt;#&gt;</a:t>
            </a:fld>
          </a:p>
        </p:txBody>
      </p:sp>
    </p:spTree>
  </p:cSld>
</p:sldLayout>
</file>

<file path=ppt/slideLayouts/slideLayout2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0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1" name="PlaceHolder 3"/>
          <p:cNvSpPr>
            <a:spLocks noGrp="1"/>
          </p:cNvSpPr>
          <p:nvPr>
            <p:ph/>
          </p:nvPr>
        </p:nvSpPr>
        <p:spPr>
          <a:xfrm>
            <a:off x="471024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2" name="PlaceHolder 4"/>
          <p:cNvSpPr>
            <a:spLocks noGrp="1"/>
          </p:cNvSpPr>
          <p:nvPr>
            <p:ph/>
          </p:nvPr>
        </p:nvSpPr>
        <p:spPr>
          <a:xfrm>
            <a:off x="522756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3" name="PlaceHolder 5"/>
          <p:cNvSpPr>
            <a:spLocks noGrp="1"/>
          </p:cNvSpPr>
          <p:nvPr>
            <p:ph/>
          </p:nvPr>
        </p:nvSpPr>
        <p:spPr>
          <a:xfrm>
            <a:off x="419328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4" name="PlaceHolder 6"/>
          <p:cNvSpPr>
            <a:spLocks noGrp="1"/>
          </p:cNvSpPr>
          <p:nvPr>
            <p:ph/>
          </p:nvPr>
        </p:nvSpPr>
        <p:spPr>
          <a:xfrm>
            <a:off x="471024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5" name="PlaceHolder 7"/>
          <p:cNvSpPr>
            <a:spLocks noGrp="1"/>
          </p:cNvSpPr>
          <p:nvPr>
            <p:ph/>
          </p:nvPr>
        </p:nvSpPr>
        <p:spPr>
          <a:xfrm>
            <a:off x="522756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4E249A55-6CDC-4C53-BA4C-1897B6C894C7}" type="slidenum">
              <a:t>&lt;#&gt;</a:t>
            </a:fld>
          </a:p>
        </p:txBody>
      </p:sp>
    </p:spTree>
  </p:cSld>
</p:sldLayout>
</file>

<file path=ppt/slideLayouts/slideLayout2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D10D9B32-C37B-4B28-81AC-74358946855F}" type="slidenum">
              <a:t>&lt;#&gt;</a:t>
            </a:fld>
          </a:p>
        </p:txBody>
      </p:sp>
    </p:spTree>
  </p:cSld>
</p:sldLayout>
</file>

<file path=ppt/slideLayouts/slideLayout2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6" name="PlaceHolder 2"/>
          <p:cNvSpPr>
            <a:spLocks noGrp="1"/>
          </p:cNvSpPr>
          <p:nvPr>
            <p:ph type="subTitle"/>
          </p:nvPr>
        </p:nvSpPr>
        <p:spPr>
          <a:xfrm>
            <a:off x="4193280" y="-453600"/>
            <a:ext cx="1528560" cy="227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C297C0F4-63A3-4944-9CB3-F5F79DC7DFDE}" type="slidenum">
              <a:t>&lt;#&gt;</a:t>
            </a:fld>
          </a:p>
        </p:txBody>
      </p:sp>
    </p:spTree>
  </p:cSld>
</p:sldLayout>
</file>

<file path=ppt/slideLayouts/slideLayout2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8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A1B02056-5B1C-49B1-B806-2158F12F7587}" type="slidenum">
              <a:t>&lt;#&gt;</a:t>
            </a:fld>
          </a:p>
        </p:txBody>
      </p:sp>
    </p:spTree>
  </p:cSld>
</p:sldLayout>
</file>

<file path=ppt/slideLayouts/slideLayout2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0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1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F793CEC8-D95C-4A20-8E0E-C13365036DAD}" type="slidenum">
              <a:t>&lt;#&gt;</a:t>
            </a:fld>
          </a:p>
        </p:txBody>
      </p:sp>
    </p:spTree>
  </p:cSld>
</p:sldLayout>
</file>

<file path=ppt/slideLayouts/slideLayout2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3B1D05BE-C804-4460-A173-986DBAE3343A}" type="slidenum">
              <a:t>&lt;#&gt;</a:t>
            </a:fld>
          </a:p>
        </p:txBody>
      </p:sp>
    </p:spTree>
  </p:cSld>
</p:sldLayout>
</file>

<file path=ppt/slideLayouts/slideLayout2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PlaceHolder 1"/>
          <p:cNvSpPr>
            <a:spLocks noGrp="1"/>
          </p:cNvSpPr>
          <p:nvPr>
            <p:ph type="subTitle"/>
          </p:nvPr>
        </p:nvSpPr>
        <p:spPr>
          <a:xfrm>
            <a:off x="3654360" y="3034440"/>
            <a:ext cx="4968000" cy="425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EEBE2D0D-1524-48A2-9153-9F59DD217F8D}" type="slidenum">
              <a:t>&lt;#&gt;</a:t>
            </a:fld>
          </a:p>
        </p:txBody>
      </p:sp>
    </p:spTree>
  </p:cSld>
</p:sldLayout>
</file>

<file path=ppt/slideLayouts/slideLayout2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5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6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7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C18AFB3D-A2FB-430B-A116-9DE260A126D9}" type="slidenum">
              <a:t>&lt;#&gt;</a:t>
            </a:fld>
          </a:p>
        </p:txBody>
      </p:sp>
    </p:spTree>
  </p:cSld>
</p:sldLayout>
</file>

<file path=ppt/slideLayouts/slideLayout2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9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0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1" name="PlaceHolder 4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4C3456F6-1F62-4572-BB2E-71A89C8AF543}" type="slidenum">
              <a:t>&lt;#&gt;</a:t>
            </a:fld>
          </a:p>
        </p:txBody>
      </p:sp>
    </p:spTree>
  </p:cSld>
</p:sldLayout>
</file>

<file path=ppt/slideLayouts/slideLayout2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3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4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5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E9F81C92-12EC-4658-B0BF-40882DA6D6F5}" type="slidenum">
              <a:t>&lt;#&gt;</a:t>
            </a:fld>
          </a:p>
        </p:txBody>
      </p:sp>
    </p:spTree>
  </p:cSld>
</p:sldLayout>
</file>

<file path=ppt/slideLayouts/slideLayout2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7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8" name="PlaceHolder 3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70DA8D82-0169-448F-B876-0E9FD4099EA9}" type="slidenum">
              <a:t>&lt;#&gt;</a:t>
            </a:fld>
          </a:p>
        </p:txBody>
      </p:sp>
    </p:spTree>
  </p:cSld>
</p:sldLayout>
</file>

<file path=ppt/slideLayouts/slideLayout2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0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1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2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3" name="PlaceHolder 5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7EF6A716-5C94-43AB-B249-2FDD87B8D5C7}" type="slidenum">
              <a:t>&lt;#&gt;</a:t>
            </a:fld>
          </a:p>
        </p:txBody>
      </p:sp>
    </p:spTree>
  </p:cSld>
</p:sldLayout>
</file>

<file path=ppt/slideLayouts/slideLayout2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5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6" name="PlaceHolder 3"/>
          <p:cNvSpPr>
            <a:spLocks noGrp="1"/>
          </p:cNvSpPr>
          <p:nvPr>
            <p:ph/>
          </p:nvPr>
        </p:nvSpPr>
        <p:spPr>
          <a:xfrm>
            <a:off x="471024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7" name="PlaceHolder 4"/>
          <p:cNvSpPr>
            <a:spLocks noGrp="1"/>
          </p:cNvSpPr>
          <p:nvPr>
            <p:ph/>
          </p:nvPr>
        </p:nvSpPr>
        <p:spPr>
          <a:xfrm>
            <a:off x="522756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8" name="PlaceHolder 5"/>
          <p:cNvSpPr>
            <a:spLocks noGrp="1"/>
          </p:cNvSpPr>
          <p:nvPr>
            <p:ph/>
          </p:nvPr>
        </p:nvSpPr>
        <p:spPr>
          <a:xfrm>
            <a:off x="419328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9" name="PlaceHolder 6"/>
          <p:cNvSpPr>
            <a:spLocks noGrp="1"/>
          </p:cNvSpPr>
          <p:nvPr>
            <p:ph/>
          </p:nvPr>
        </p:nvSpPr>
        <p:spPr>
          <a:xfrm>
            <a:off x="471024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0" name="PlaceHolder 7"/>
          <p:cNvSpPr>
            <a:spLocks noGrp="1"/>
          </p:cNvSpPr>
          <p:nvPr>
            <p:ph/>
          </p:nvPr>
        </p:nvSpPr>
        <p:spPr>
          <a:xfrm>
            <a:off x="522756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0489C8DC-AEBA-45FF-99F2-FD4316C46C2D}" type="slidenum">
              <a:t>&lt;#&gt;</a:t>
            </a:fld>
          </a:p>
        </p:txBody>
      </p:sp>
    </p:spTree>
  </p:cSld>
</p:sldLayout>
</file>

<file path=ppt/slideLayouts/slideLayout2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A2A0B8B-B80A-478C-AA4E-494173563ACF}" type="slidenum">
              <a:t>&lt;#&gt;</a:t>
            </a:fld>
          </a:p>
        </p:txBody>
      </p:sp>
    </p:spTree>
  </p:cSld>
</p:sldLayout>
</file>

<file path=ppt/slideLayouts/slideLayout2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1" name="PlaceHolder 2"/>
          <p:cNvSpPr>
            <a:spLocks noGrp="1"/>
          </p:cNvSpPr>
          <p:nvPr>
            <p:ph type="subTitle"/>
          </p:nvPr>
        </p:nvSpPr>
        <p:spPr>
          <a:xfrm>
            <a:off x="4193280" y="-453600"/>
            <a:ext cx="1528560" cy="227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AC14495D-0615-4368-BB2F-7D36E39CA8C2}" type="slidenum">
              <a:t>&lt;#&gt;</a:t>
            </a:fld>
          </a:p>
        </p:txBody>
      </p:sp>
    </p:spTree>
  </p:cSld>
</p:sldLayout>
</file>

<file path=ppt/slideLayouts/slideLayout2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3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5C08D452-93BB-4D6F-BF0D-C284F84C6D76}" type="slidenum">
              <a:t>&lt;#&gt;</a:t>
            </a:fld>
          </a:p>
        </p:txBody>
      </p:sp>
    </p:spTree>
  </p:cSld>
</p:sldLayout>
</file>

<file path=ppt/slideLayouts/slideLayout2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5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6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CBE4BE71-83DB-483E-9136-0D1C39557511}" type="slidenum">
              <a:t>&lt;#&gt;</a:t>
            </a:fld>
          </a:p>
        </p:txBody>
      </p:sp>
    </p:spTree>
  </p:cSld>
</p:sldLayout>
</file>

<file path=ppt/slideLayouts/slideLayout2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07EA801-4F87-422D-8BCA-C5FE893E8207}" type="slidenum">
              <a:t>&lt;#&gt;</a:t>
            </a:fld>
          </a:p>
        </p:txBody>
      </p:sp>
    </p:spTree>
  </p:cSld>
</p:sldLayout>
</file>

<file path=ppt/slideLayouts/slideLayout2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PlaceHolder 1"/>
          <p:cNvSpPr>
            <a:spLocks noGrp="1"/>
          </p:cNvSpPr>
          <p:nvPr>
            <p:ph type="subTitle"/>
          </p:nvPr>
        </p:nvSpPr>
        <p:spPr>
          <a:xfrm>
            <a:off x="3654360" y="3034440"/>
            <a:ext cx="4968000" cy="425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A30C0049-5971-4085-BEC3-9A701E2E13D6}" type="slidenum">
              <a:t>&lt;#&gt;</a:t>
            </a:fld>
          </a:p>
        </p:txBody>
      </p:sp>
    </p:spTree>
  </p:cSld>
</p:sldLayout>
</file>

<file path=ppt/slideLayouts/slideLayout2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0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1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2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20499987-AF4C-4A7E-A824-8590289D3A12}" type="slidenum">
              <a:t>&lt;#&gt;</a:t>
            </a:fld>
          </a:p>
        </p:txBody>
      </p:sp>
    </p:spTree>
  </p:cSld>
</p:sldLayout>
</file>

<file path=ppt/slideLayouts/slideLayout2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4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5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6" name="PlaceHolder 4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7F752F0A-2913-44E1-8C7D-7507A2A0B421}" type="slidenum">
              <a:t>&lt;#&gt;</a:t>
            </a:fld>
          </a:p>
        </p:txBody>
      </p:sp>
    </p:spTree>
  </p:cSld>
</p:sldLayout>
</file>

<file path=ppt/slideLayouts/slideLayout2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8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9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0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EDE97DF6-380D-479F-AA32-1201BA0C7926}" type="slidenum">
              <a:t>&lt;#&gt;</a:t>
            </a:fld>
          </a:p>
        </p:txBody>
      </p:sp>
    </p:spTree>
  </p:cSld>
</p:sldLayout>
</file>

<file path=ppt/slideLayouts/slideLayout2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2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3" name="PlaceHolder 3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B78F0BEC-6C9C-4D1B-A3F5-67C04720E311}" type="slidenum">
              <a:t>&lt;#&gt;</a:t>
            </a:fld>
          </a:p>
        </p:txBody>
      </p:sp>
    </p:spTree>
  </p:cSld>
</p:sldLayout>
</file>

<file path=ppt/slideLayouts/slideLayout2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5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6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7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8" name="PlaceHolder 5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BEBFD93D-673C-4A9F-8394-8420B3BB1A09}" type="slidenum">
              <a:t>&lt;#&gt;</a:t>
            </a:fld>
          </a:p>
        </p:txBody>
      </p:sp>
    </p:spTree>
  </p:cSld>
</p:sldLayout>
</file>

<file path=ppt/slideLayouts/slideLayout2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0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1" name="PlaceHolder 3"/>
          <p:cNvSpPr>
            <a:spLocks noGrp="1"/>
          </p:cNvSpPr>
          <p:nvPr>
            <p:ph/>
          </p:nvPr>
        </p:nvSpPr>
        <p:spPr>
          <a:xfrm>
            <a:off x="471024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2" name="PlaceHolder 4"/>
          <p:cNvSpPr>
            <a:spLocks noGrp="1"/>
          </p:cNvSpPr>
          <p:nvPr>
            <p:ph/>
          </p:nvPr>
        </p:nvSpPr>
        <p:spPr>
          <a:xfrm>
            <a:off x="522756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3" name="PlaceHolder 5"/>
          <p:cNvSpPr>
            <a:spLocks noGrp="1"/>
          </p:cNvSpPr>
          <p:nvPr>
            <p:ph/>
          </p:nvPr>
        </p:nvSpPr>
        <p:spPr>
          <a:xfrm>
            <a:off x="419328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4" name="PlaceHolder 6"/>
          <p:cNvSpPr>
            <a:spLocks noGrp="1"/>
          </p:cNvSpPr>
          <p:nvPr>
            <p:ph/>
          </p:nvPr>
        </p:nvSpPr>
        <p:spPr>
          <a:xfrm>
            <a:off x="471024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5" name="PlaceHolder 7"/>
          <p:cNvSpPr>
            <a:spLocks noGrp="1"/>
          </p:cNvSpPr>
          <p:nvPr>
            <p:ph/>
          </p:nvPr>
        </p:nvSpPr>
        <p:spPr>
          <a:xfrm>
            <a:off x="522756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D6163FEA-288D-4162-A0B5-E58C09556681}" type="slidenum">
              <a:t>&lt;#&gt;</a:t>
            </a:fld>
          </a:p>
        </p:txBody>
      </p:sp>
    </p:spTree>
  </p:cSld>
</p:sldLayout>
</file>

<file path=ppt/slideLayouts/slideLayout2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59D9DF80-8E16-47C8-858C-ACA5BD00469B}" type="slidenum">
              <a:t>&lt;#&gt;</a:t>
            </a:fld>
          </a:p>
        </p:txBody>
      </p:sp>
    </p:spTree>
  </p:cSld>
</p:sldLayout>
</file>

<file path=ppt/slideLayouts/slideLayout2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7" name="PlaceHolder 2"/>
          <p:cNvSpPr>
            <a:spLocks noGrp="1"/>
          </p:cNvSpPr>
          <p:nvPr>
            <p:ph type="subTitle"/>
          </p:nvPr>
        </p:nvSpPr>
        <p:spPr>
          <a:xfrm>
            <a:off x="4193280" y="-453600"/>
            <a:ext cx="1528560" cy="227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8F253FF3-B472-4CCB-AE08-7AB44F9253E9}" type="slidenum">
              <a:t>&lt;#&gt;</a:t>
            </a:fld>
          </a:p>
        </p:txBody>
      </p:sp>
    </p:spTree>
  </p:cSld>
</p:sldLayout>
</file>

<file path=ppt/slideLayouts/slideLayout2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9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B9F5488E-978E-4BF5-A2CC-CC1BEA453B7B}" type="slidenum">
              <a:t>&lt;#&gt;</a:t>
            </a:fld>
          </a:p>
        </p:txBody>
      </p:sp>
    </p:spTree>
  </p:cSld>
</p:sldLayout>
</file>

<file path=ppt/slideLayouts/slideLayout2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1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2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70E79F0B-E489-472A-A6FA-D97F3659DA75}" type="slidenum">
              <a:t>&lt;#&gt;</a:t>
            </a:fld>
          </a:p>
        </p:txBody>
      </p:sp>
    </p:spTree>
  </p:cSld>
</p:sldLayout>
</file>

<file path=ppt/slideLayouts/slideLayout2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0B20934D-1A1D-429B-815C-00299F92CB7B}" type="slidenum">
              <a:t>&lt;#&gt;</a:t>
            </a:fld>
          </a:p>
        </p:txBody>
      </p:sp>
    </p:spTree>
  </p:cSld>
</p:sldLayout>
</file>

<file path=ppt/slideLayouts/slideLayout2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PlaceHolder 1"/>
          <p:cNvSpPr>
            <a:spLocks noGrp="1"/>
          </p:cNvSpPr>
          <p:nvPr>
            <p:ph type="subTitle"/>
          </p:nvPr>
        </p:nvSpPr>
        <p:spPr>
          <a:xfrm>
            <a:off x="3654360" y="3034440"/>
            <a:ext cx="4968000" cy="425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9D938637-0716-4BB6-A603-4F3B7B4243ED}" type="slidenum">
              <a:t>&lt;#&gt;</a:t>
            </a:fld>
          </a:p>
        </p:txBody>
      </p:sp>
    </p:spTree>
  </p:cSld>
</p:sldLayout>
</file>

<file path=ppt/slideLayouts/slideLayout2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6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7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8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AED98FE3-DB11-49DD-8B1E-4E1AB4F7CC87}" type="slidenum">
              <a:t>&lt;#&gt;</a:t>
            </a:fld>
          </a:p>
        </p:txBody>
      </p:sp>
    </p:spTree>
  </p:cSld>
</p:sldLayout>
</file>

<file path=ppt/slideLayouts/slideLayout2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0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1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2" name="PlaceHolder 4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08F1A1FE-AC91-48AD-881D-2A34CA2A620F}" type="slidenum">
              <a:t>&lt;#&gt;</a:t>
            </a:fld>
          </a:p>
        </p:txBody>
      </p:sp>
    </p:spTree>
  </p:cSld>
</p:sldLayout>
</file>

<file path=ppt/slideLayouts/slideLayout2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4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5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6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5A5B733B-00E4-4C9F-9BC6-1E60D5F8FDEE}" type="slidenum">
              <a:t>&lt;#&gt;</a:t>
            </a:fld>
          </a:p>
        </p:txBody>
      </p:sp>
    </p:spTree>
  </p:cSld>
</p:sldLayout>
</file>

<file path=ppt/slideLayouts/slideLayout2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8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9" name="PlaceHolder 3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AB12DE0D-D71F-41B7-BDA1-599F715DB382}" type="slidenum">
              <a:t>&lt;#&gt;</a:t>
            </a:fld>
          </a:p>
        </p:txBody>
      </p:sp>
    </p:spTree>
  </p:cSld>
</p:sldLayout>
</file>

<file path=ppt/slideLayouts/slideLayout2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1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2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3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4" name="PlaceHolder 5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73FF45D7-5282-4A71-AC14-A07B707FD5FE}" type="slidenum">
              <a:t>&lt;#&gt;</a:t>
            </a:fld>
          </a:p>
        </p:txBody>
      </p:sp>
    </p:spTree>
  </p:cSld>
</p:sldLayout>
</file>

<file path=ppt/slideLayouts/slideLayout2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6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7" name="PlaceHolder 3"/>
          <p:cNvSpPr>
            <a:spLocks noGrp="1"/>
          </p:cNvSpPr>
          <p:nvPr>
            <p:ph/>
          </p:nvPr>
        </p:nvSpPr>
        <p:spPr>
          <a:xfrm>
            <a:off x="471024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8" name="PlaceHolder 4"/>
          <p:cNvSpPr>
            <a:spLocks noGrp="1"/>
          </p:cNvSpPr>
          <p:nvPr>
            <p:ph/>
          </p:nvPr>
        </p:nvSpPr>
        <p:spPr>
          <a:xfrm>
            <a:off x="522756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9" name="PlaceHolder 5"/>
          <p:cNvSpPr>
            <a:spLocks noGrp="1"/>
          </p:cNvSpPr>
          <p:nvPr>
            <p:ph/>
          </p:nvPr>
        </p:nvSpPr>
        <p:spPr>
          <a:xfrm>
            <a:off x="419328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0" name="PlaceHolder 6"/>
          <p:cNvSpPr>
            <a:spLocks noGrp="1"/>
          </p:cNvSpPr>
          <p:nvPr>
            <p:ph/>
          </p:nvPr>
        </p:nvSpPr>
        <p:spPr>
          <a:xfrm>
            <a:off x="471024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1" name="PlaceHolder 7"/>
          <p:cNvSpPr>
            <a:spLocks noGrp="1"/>
          </p:cNvSpPr>
          <p:nvPr>
            <p:ph/>
          </p:nvPr>
        </p:nvSpPr>
        <p:spPr>
          <a:xfrm>
            <a:off x="522756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1472E249-9618-452B-A657-ADE2A8F416A5}" type="slidenum">
              <a:t>&lt;#&gt;</a:t>
            </a:fld>
          </a:p>
        </p:txBody>
      </p:sp>
    </p:spTree>
  </p:cSld>
</p:sldLayout>
</file>

<file path=ppt/slideLayouts/slideLayout2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DA521809-31A3-4764-AF3C-89A5FA3CF764}" type="slidenum">
              <a:t>&lt;#&gt;</a:t>
            </a:fld>
          </a:p>
        </p:txBody>
      </p:sp>
    </p:spTree>
  </p:cSld>
</p:sldLayout>
</file>

<file path=ppt/slideLayouts/slideLayout2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1" name="PlaceHolder 2"/>
          <p:cNvSpPr>
            <a:spLocks noGrp="1"/>
          </p:cNvSpPr>
          <p:nvPr>
            <p:ph type="subTitle"/>
          </p:nvPr>
        </p:nvSpPr>
        <p:spPr>
          <a:xfrm>
            <a:off x="4193280" y="-453600"/>
            <a:ext cx="1528560" cy="227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03279F27-B7BA-442D-9578-8A6CC6B17991}" type="slidenum">
              <a:t>&lt;#&gt;</a:t>
            </a:fld>
          </a:p>
        </p:txBody>
      </p:sp>
    </p:spTree>
  </p:cSld>
</p:sldLayout>
</file>

<file path=ppt/slideLayouts/slideLayout2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3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ADEEE137-3E33-4C03-81AB-B4A69E391450}" type="slidenum">
              <a:t>&lt;#&gt;</a:t>
            </a:fld>
          </a:p>
        </p:txBody>
      </p:sp>
    </p:spTree>
  </p:cSld>
</p:sldLayout>
</file>

<file path=ppt/slideLayouts/slideLayout2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5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6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00A556FE-E629-4125-961A-FE0D78211AA1}" type="slidenum">
              <a:t>&lt;#&gt;</a:t>
            </a:fld>
          </a:p>
        </p:txBody>
      </p:sp>
    </p:spTree>
  </p:cSld>
</p:sldLayout>
</file>

<file path=ppt/slideLayouts/slideLayout2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182C3AB1-F259-4920-B70C-D9CDBC332A90}" type="slidenum">
              <a:t>&lt;#&gt;</a:t>
            </a:fld>
          </a:p>
        </p:txBody>
      </p:sp>
    </p:spTree>
  </p:cSld>
</p:sldLayout>
</file>

<file path=ppt/slideLayouts/slideLayout2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PlaceHolder 1"/>
          <p:cNvSpPr>
            <a:spLocks noGrp="1"/>
          </p:cNvSpPr>
          <p:nvPr>
            <p:ph type="subTitle"/>
          </p:nvPr>
        </p:nvSpPr>
        <p:spPr>
          <a:xfrm>
            <a:off x="3654360" y="3034440"/>
            <a:ext cx="4968000" cy="425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BC0E7936-FD2E-4E73-BBE1-C19774D0AB8F}" type="slidenum">
              <a:t>&lt;#&gt;</a:t>
            </a:fld>
          </a:p>
        </p:txBody>
      </p:sp>
    </p:spTree>
  </p:cSld>
</p:sldLayout>
</file>

<file path=ppt/slideLayouts/slideLayout2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0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1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2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BBCEC7AC-CC07-4B34-BA05-FF057AD526AF}" type="slidenum">
              <a:t>&lt;#&gt;</a:t>
            </a:fld>
          </a:p>
        </p:txBody>
      </p:sp>
    </p:spTree>
  </p:cSld>
</p:sldLayout>
</file>

<file path=ppt/slideLayouts/slideLayout2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4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5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6" name="PlaceHolder 4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93914CE0-42F8-4359-8DDA-4FA0E18204A2}" type="slidenum">
              <a:t>&lt;#&gt;</a:t>
            </a:fld>
          </a:p>
        </p:txBody>
      </p:sp>
    </p:spTree>
  </p:cSld>
</p:sldLayout>
</file>

<file path=ppt/slideLayouts/slideLayout2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8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9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0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E2B49F83-DE6B-4F20-95F0-BCB6FF455E24}" type="slidenum">
              <a:t>&lt;#&gt;</a:t>
            </a:fld>
          </a:p>
        </p:txBody>
      </p:sp>
    </p:spTree>
  </p:cSld>
</p:sldLayout>
</file>

<file path=ppt/slideLayouts/slideLayout2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2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3" name="PlaceHolder 3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C5345C0F-8EBA-4775-9BE1-FA30BED091A7}" type="slidenum">
              <a:t>&lt;#&gt;</a:t>
            </a:fld>
          </a:p>
        </p:txBody>
      </p:sp>
    </p:spTree>
  </p:cSld>
</p:sldLayout>
</file>

<file path=ppt/slideLayouts/slideLayout2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5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6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7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8" name="PlaceHolder 5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3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967C02E7-0ED9-45D2-93C8-96D61B49C757}" type="slidenum">
              <a:t>&lt;#&gt;</a:t>
            </a:fld>
          </a:p>
        </p:txBody>
      </p:sp>
    </p:spTree>
  </p:cSld>
</p:sldLayout>
</file>

<file path=ppt/slideLayouts/slideLayout2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0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1" name="PlaceHolder 3"/>
          <p:cNvSpPr>
            <a:spLocks noGrp="1"/>
          </p:cNvSpPr>
          <p:nvPr>
            <p:ph/>
          </p:nvPr>
        </p:nvSpPr>
        <p:spPr>
          <a:xfrm>
            <a:off x="471024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2" name="PlaceHolder 4"/>
          <p:cNvSpPr>
            <a:spLocks noGrp="1"/>
          </p:cNvSpPr>
          <p:nvPr>
            <p:ph/>
          </p:nvPr>
        </p:nvSpPr>
        <p:spPr>
          <a:xfrm>
            <a:off x="522756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3" name="PlaceHolder 5"/>
          <p:cNvSpPr>
            <a:spLocks noGrp="1"/>
          </p:cNvSpPr>
          <p:nvPr>
            <p:ph/>
          </p:nvPr>
        </p:nvSpPr>
        <p:spPr>
          <a:xfrm>
            <a:off x="419328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4" name="PlaceHolder 6"/>
          <p:cNvSpPr>
            <a:spLocks noGrp="1"/>
          </p:cNvSpPr>
          <p:nvPr>
            <p:ph/>
          </p:nvPr>
        </p:nvSpPr>
        <p:spPr>
          <a:xfrm>
            <a:off x="471024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5" name="PlaceHolder 7"/>
          <p:cNvSpPr>
            <a:spLocks noGrp="1"/>
          </p:cNvSpPr>
          <p:nvPr>
            <p:ph/>
          </p:nvPr>
        </p:nvSpPr>
        <p:spPr>
          <a:xfrm>
            <a:off x="522756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3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F484B9ED-5D21-4074-9013-978A4CDC2D3A}" type="slidenum">
              <a:t>&lt;#&gt;</a:t>
            </a:fld>
          </a:p>
        </p:txBody>
      </p:sp>
    </p:spTree>
  </p:cSld>
</p:sldLayout>
</file>

<file path=ppt/slideLayouts/slideLayout2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CEDA0CAF-464A-452F-BDF7-6EE38BAB9DF3}" type="slidenum">
              <a:t>&lt;#&gt;</a:t>
            </a:fld>
          </a:p>
        </p:txBody>
      </p:sp>
    </p:spTree>
  </p:cSld>
</p:sldLayout>
</file>

<file path=ppt/slideLayouts/slideLayout2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4" name="PlaceHolder 2"/>
          <p:cNvSpPr>
            <a:spLocks noGrp="1"/>
          </p:cNvSpPr>
          <p:nvPr>
            <p:ph type="subTitle"/>
          </p:nvPr>
        </p:nvSpPr>
        <p:spPr>
          <a:xfrm>
            <a:off x="4193280" y="-453600"/>
            <a:ext cx="1528560" cy="227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5983B3FA-C0FC-474F-BA3C-068A7E3361B8}" type="slidenum">
              <a:t>&lt;#&gt;</a:t>
            </a:fld>
          </a:p>
        </p:txBody>
      </p:sp>
    </p:spTree>
  </p:cSld>
</p:sldLayout>
</file>

<file path=ppt/slideLayouts/slideLayout2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6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93DFA885-CCEF-448C-B38C-DC0E3282A547}" type="slidenum">
              <a:t>&lt;#&gt;</a:t>
            </a:fld>
          </a:p>
        </p:txBody>
      </p:sp>
    </p:spTree>
  </p:cSld>
</p:sldLayout>
</file>

<file path=ppt/slideLayouts/slideLayout2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8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9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E4C8419C-3A2C-493E-921F-6EC692C51CAC}" type="slidenum">
              <a:t>&lt;#&gt;</a:t>
            </a:fld>
          </a:p>
        </p:txBody>
      </p:sp>
    </p:spTree>
  </p:cSld>
</p:sldLayout>
</file>

<file path=ppt/slideLayouts/slideLayout2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A991FF20-D272-47FC-9A35-B88D0CE04A2B}" type="slidenum">
              <a:t>&lt;#&gt;</a:t>
            </a:fld>
          </a:p>
        </p:txBody>
      </p:sp>
    </p:spTree>
  </p:cSld>
</p:sldLayout>
</file>

<file path=ppt/slideLayouts/slideLayout2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PlaceHolder 1"/>
          <p:cNvSpPr>
            <a:spLocks noGrp="1"/>
          </p:cNvSpPr>
          <p:nvPr>
            <p:ph type="subTitle"/>
          </p:nvPr>
        </p:nvSpPr>
        <p:spPr>
          <a:xfrm>
            <a:off x="3654360" y="3034440"/>
            <a:ext cx="4968000" cy="425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2F442587-AA18-4BB9-B4AB-BB1E2EE34DA7}" type="slidenum">
              <a:t>&lt;#&gt;</a:t>
            </a:fld>
          </a:p>
        </p:txBody>
      </p:sp>
    </p:spTree>
  </p:cSld>
</p:sldLayout>
</file>

<file path=ppt/slideLayouts/slideLayout2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3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4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5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03CE7FB9-6F6D-4D2E-994F-FCE7D5850A60}" type="slidenum">
              <a:t>&lt;#&gt;</a:t>
            </a:fld>
          </a:p>
        </p:txBody>
      </p:sp>
    </p:spTree>
  </p:cSld>
</p:sldLayout>
</file>

<file path=ppt/slideLayouts/slideLayout2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7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8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9" name="PlaceHolder 4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658276D4-CC27-4B22-86EC-A8D4EFC07F42}" type="slidenum">
              <a:t>&lt;#&gt;</a:t>
            </a:fld>
          </a:p>
        </p:txBody>
      </p:sp>
    </p:spTree>
  </p:cSld>
</p:sldLayout>
</file>

<file path=ppt/slideLayouts/slideLayout2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1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2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3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E6BD5C82-8CF5-4C16-A9D1-684129DD9FE3}" type="slidenum">
              <a:t>&lt;#&gt;</a:t>
            </a:fld>
          </a:p>
        </p:txBody>
      </p:sp>
    </p:spTree>
  </p:cSld>
</p:sldLayout>
</file>

<file path=ppt/slideLayouts/slideLayout2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5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6" name="PlaceHolder 3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2B37149C-EE1B-4A38-A514-285CAC28DFA3}" type="slidenum">
              <a:t>&lt;#&gt;</a:t>
            </a:fld>
          </a:p>
        </p:txBody>
      </p:sp>
    </p:spTree>
  </p:cSld>
</p:sldLayout>
</file>

<file path=ppt/slideLayouts/slideLayout2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8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9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0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1" name="PlaceHolder 5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8B920B8B-AE83-4B41-BB12-033310B05086}" type="slidenum">
              <a:t>&lt;#&gt;</a:t>
            </a:fld>
          </a:p>
        </p:txBody>
      </p:sp>
    </p:spTree>
  </p:cSld>
</p:sldLayout>
</file>

<file path=ppt/slideLayouts/slideLayout2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3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4" name="PlaceHolder 3"/>
          <p:cNvSpPr>
            <a:spLocks noGrp="1"/>
          </p:cNvSpPr>
          <p:nvPr>
            <p:ph/>
          </p:nvPr>
        </p:nvSpPr>
        <p:spPr>
          <a:xfrm>
            <a:off x="471024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5" name="PlaceHolder 4"/>
          <p:cNvSpPr>
            <a:spLocks noGrp="1"/>
          </p:cNvSpPr>
          <p:nvPr>
            <p:ph/>
          </p:nvPr>
        </p:nvSpPr>
        <p:spPr>
          <a:xfrm>
            <a:off x="522756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6" name="PlaceHolder 5"/>
          <p:cNvSpPr>
            <a:spLocks noGrp="1"/>
          </p:cNvSpPr>
          <p:nvPr>
            <p:ph/>
          </p:nvPr>
        </p:nvSpPr>
        <p:spPr>
          <a:xfrm>
            <a:off x="419328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7" name="PlaceHolder 6"/>
          <p:cNvSpPr>
            <a:spLocks noGrp="1"/>
          </p:cNvSpPr>
          <p:nvPr>
            <p:ph/>
          </p:nvPr>
        </p:nvSpPr>
        <p:spPr>
          <a:xfrm>
            <a:off x="471024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8" name="PlaceHolder 7"/>
          <p:cNvSpPr>
            <a:spLocks noGrp="1"/>
          </p:cNvSpPr>
          <p:nvPr>
            <p:ph/>
          </p:nvPr>
        </p:nvSpPr>
        <p:spPr>
          <a:xfrm>
            <a:off x="522756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63646398-382B-4206-9CDB-5E127BD96E6D}" type="slidenum">
              <a:t>&lt;#&gt;</a:t>
            </a:fld>
          </a:p>
        </p:txBody>
      </p:sp>
    </p:spTree>
  </p:cSld>
</p:sldLayout>
</file>

<file path=ppt/slideLayouts/slideLayout2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C3014F7A-C669-4B4A-AAD9-6964A4BA935B}" type="slidenum">
              <a:t>&lt;#&gt;</a:t>
            </a:fld>
          </a:p>
        </p:txBody>
      </p:sp>
    </p:spTree>
  </p:cSld>
</p:sldLayout>
</file>

<file path=ppt/slideLayouts/slideLayout2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1" name="PlaceHolder 2"/>
          <p:cNvSpPr>
            <a:spLocks noGrp="1"/>
          </p:cNvSpPr>
          <p:nvPr>
            <p:ph type="subTitle"/>
          </p:nvPr>
        </p:nvSpPr>
        <p:spPr>
          <a:xfrm>
            <a:off x="4193280" y="-453600"/>
            <a:ext cx="1528560" cy="227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40F7F282-6E70-45B6-BB88-E8F084911808}" type="slidenum">
              <a:t>&lt;#&gt;</a:t>
            </a:fld>
          </a:p>
        </p:txBody>
      </p:sp>
    </p:spTree>
  </p:cSld>
</p:sldLayout>
</file>

<file path=ppt/slideLayouts/slideLayout2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3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15E223AF-8485-407D-8E87-BBD085031DB3}" type="slidenum">
              <a:t>&lt;#&gt;</a:t>
            </a:fld>
          </a:p>
        </p:txBody>
      </p:sp>
    </p:spTree>
  </p:cSld>
</p:sldLayout>
</file>

<file path=ppt/slideLayouts/slideLayout2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4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5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6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6F173EC1-BDD9-4961-8249-AFD687511585}" type="slidenum">
              <a:t>&lt;#&gt;</a:t>
            </a:fld>
          </a:p>
        </p:txBody>
      </p:sp>
    </p:spTree>
  </p:cSld>
</p:sldLayout>
</file>

<file path=ppt/slideLayouts/slideLayout2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7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B1C04B42-2C7A-42C3-80EE-24C98720BB31}" type="slidenum">
              <a:t>&lt;#&gt;</a:t>
            </a:fld>
          </a:p>
        </p:txBody>
      </p:sp>
    </p:spTree>
  </p:cSld>
</p:sldLayout>
</file>

<file path=ppt/slideLayouts/slideLayout2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PlaceHolder 1"/>
          <p:cNvSpPr>
            <a:spLocks noGrp="1"/>
          </p:cNvSpPr>
          <p:nvPr>
            <p:ph type="subTitle"/>
          </p:nvPr>
        </p:nvSpPr>
        <p:spPr>
          <a:xfrm>
            <a:off x="3654360" y="3034440"/>
            <a:ext cx="4968000" cy="425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27500499-07F0-4818-B519-549EEC5E0BAA}" type="slidenum">
              <a:t>&lt;#&gt;</a:t>
            </a:fld>
          </a:p>
        </p:txBody>
      </p:sp>
    </p:spTree>
  </p:cSld>
</p:sldLayout>
</file>

<file path=ppt/slideLayouts/slideLayout2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0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1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2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42185F47-71E9-41A5-90E4-D1417B067C98}" type="slidenum">
              <a:t>&lt;#&gt;</a:t>
            </a:fld>
          </a:p>
        </p:txBody>
      </p:sp>
    </p:spTree>
  </p:cSld>
</p:sldLayout>
</file>

<file path=ppt/slideLayouts/slideLayout2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4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5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6" name="PlaceHolder 4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251CFD22-6D38-4C8C-913B-D11AE3E83886}" type="slidenum">
              <a:t>&lt;#&gt;</a:t>
            </a:fld>
          </a:p>
        </p:txBody>
      </p:sp>
    </p:spTree>
  </p:cSld>
</p:sldLayout>
</file>

<file path=ppt/slideLayouts/slideLayout2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7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8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9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0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6CA1D48A-D1E1-4765-9186-1936A83D14DE}" type="slidenum">
              <a:t>&lt;#&gt;</a:t>
            </a:fld>
          </a:p>
        </p:txBody>
      </p:sp>
    </p:spTree>
  </p:cSld>
</p:sldLayout>
</file>

<file path=ppt/slideLayouts/slideLayout2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2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3" name="PlaceHolder 3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7AB44A6C-B22A-40A9-9D38-D9B1293F8589}" type="slidenum">
              <a:t>&lt;#&gt;</a:t>
            </a:fld>
          </a:p>
        </p:txBody>
      </p:sp>
    </p:spTree>
  </p:cSld>
</p:sldLayout>
</file>

<file path=ppt/slideLayouts/slideLayout2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5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6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7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8" name="PlaceHolder 5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A9C25864-8BBF-40E4-BF02-19A803AAF954}" type="slidenum">
              <a:t>&lt;#&gt;</a:t>
            </a:fld>
          </a:p>
        </p:txBody>
      </p:sp>
    </p:spTree>
  </p:cSld>
</p:sldLayout>
</file>

<file path=ppt/slideLayouts/slideLayout2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0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1" name="PlaceHolder 3"/>
          <p:cNvSpPr>
            <a:spLocks noGrp="1"/>
          </p:cNvSpPr>
          <p:nvPr>
            <p:ph/>
          </p:nvPr>
        </p:nvSpPr>
        <p:spPr>
          <a:xfrm>
            <a:off x="471024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2" name="PlaceHolder 4"/>
          <p:cNvSpPr>
            <a:spLocks noGrp="1"/>
          </p:cNvSpPr>
          <p:nvPr>
            <p:ph/>
          </p:nvPr>
        </p:nvSpPr>
        <p:spPr>
          <a:xfrm>
            <a:off x="522756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3" name="PlaceHolder 5"/>
          <p:cNvSpPr>
            <a:spLocks noGrp="1"/>
          </p:cNvSpPr>
          <p:nvPr>
            <p:ph/>
          </p:nvPr>
        </p:nvSpPr>
        <p:spPr>
          <a:xfrm>
            <a:off x="419328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4" name="PlaceHolder 6"/>
          <p:cNvSpPr>
            <a:spLocks noGrp="1"/>
          </p:cNvSpPr>
          <p:nvPr>
            <p:ph/>
          </p:nvPr>
        </p:nvSpPr>
        <p:spPr>
          <a:xfrm>
            <a:off x="471024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5" name="PlaceHolder 7"/>
          <p:cNvSpPr>
            <a:spLocks noGrp="1"/>
          </p:cNvSpPr>
          <p:nvPr>
            <p:ph/>
          </p:nvPr>
        </p:nvSpPr>
        <p:spPr>
          <a:xfrm>
            <a:off x="522756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09FE621F-0DE5-4414-A498-DD39CA426A60}" type="slidenum">
              <a:t>&lt;#&gt;</a:t>
            </a:fld>
          </a:p>
        </p:txBody>
      </p:sp>
    </p:spTree>
  </p:cSld>
</p:sldLayout>
</file>

<file path=ppt/slideLayouts/slideLayout2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75502536-1E25-4490-951C-C718CD640417}" type="slidenum">
              <a:t>&lt;#&gt;</a:t>
            </a:fld>
          </a:p>
        </p:txBody>
      </p:sp>
    </p:spTree>
  </p:cSld>
</p:sldLayout>
</file>

<file path=ppt/slideLayouts/slideLayout2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6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7" name="PlaceHolder 2"/>
          <p:cNvSpPr>
            <a:spLocks noGrp="1"/>
          </p:cNvSpPr>
          <p:nvPr>
            <p:ph type="subTitle"/>
          </p:nvPr>
        </p:nvSpPr>
        <p:spPr>
          <a:xfrm>
            <a:off x="4193280" y="-453600"/>
            <a:ext cx="1528560" cy="227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7C4E4DCE-178C-494F-803E-D0C0F79C17EF}" type="slidenum">
              <a:t>&lt;#&gt;</a:t>
            </a:fld>
          </a:p>
        </p:txBody>
      </p:sp>
    </p:spTree>
  </p:cSld>
</p:sldLayout>
</file>

<file path=ppt/slideLayouts/slideLayout2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8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9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A9A91B85-810F-48B2-82AF-5A7BB460780E}" type="slidenum">
              <a:t>&lt;#&gt;</a:t>
            </a:fld>
          </a:p>
        </p:txBody>
      </p:sp>
    </p:spTree>
  </p:cSld>
</p:sldLayout>
</file>

<file path=ppt/slideLayouts/slideLayout2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1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2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01B8BBFE-F990-47E2-AE93-0DC822ED9503}" type="slidenum">
              <a:t>&lt;#&gt;</a:t>
            </a:fld>
          </a:p>
        </p:txBody>
      </p:sp>
    </p:spTree>
  </p:cSld>
</p:sldLayout>
</file>

<file path=ppt/slideLayouts/slideLayout2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F7976BAF-7741-431C-BD57-7A0C686232CB}" type="slidenum">
              <a:t>&lt;#&gt;</a:t>
            </a:fld>
          </a:p>
        </p:txBody>
      </p:sp>
    </p:spTree>
  </p:cSld>
</p:sldLayout>
</file>

<file path=ppt/slideLayouts/slideLayout2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PlaceHolder 1"/>
          <p:cNvSpPr>
            <a:spLocks noGrp="1"/>
          </p:cNvSpPr>
          <p:nvPr>
            <p:ph type="subTitle"/>
          </p:nvPr>
        </p:nvSpPr>
        <p:spPr>
          <a:xfrm>
            <a:off x="3654360" y="3034440"/>
            <a:ext cx="4968000" cy="425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8C07B67B-C23C-4B08-AD4F-7DDCD9D82124}" type="slidenum">
              <a:t>&lt;#&gt;</a:t>
            </a:fld>
          </a:p>
        </p:txBody>
      </p:sp>
    </p:spTree>
  </p:cSld>
</p:sldLayout>
</file>

<file path=ppt/slideLayouts/slideLayout2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6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7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8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C0B1444C-E579-422C-8331-C1A125B41899}" type="slidenum">
              <a:t>&lt;#&gt;</a:t>
            </a:fld>
          </a:p>
        </p:txBody>
      </p:sp>
    </p:spTree>
  </p:cSld>
</p:sldLayout>
</file>

<file path=ppt/slideLayouts/slideLayout2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0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1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2" name="PlaceHolder 4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6BC8E28C-A747-41A2-A33C-BEC8829F4D1E}" type="slidenum">
              <a:t>&lt;#&gt;</a:t>
            </a:fld>
          </a:p>
        </p:txBody>
      </p:sp>
    </p:spTree>
  </p:cSld>
</p:sldLayout>
</file>

<file path=ppt/slideLayouts/slideLayout2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4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5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6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77E7A958-6ED2-4E89-97D0-5A030C9E87FE}" type="slidenum">
              <a:t>&lt;#&gt;</a:t>
            </a:fld>
          </a:p>
        </p:txBody>
      </p:sp>
    </p:spTree>
  </p:cSld>
</p:sldLayout>
</file>

<file path=ppt/slideLayouts/slideLayout2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7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8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9" name="PlaceHolder 3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634FA358-0708-48E7-A0E9-8A265D91735B}" type="slidenum">
              <a:t>&lt;#&gt;</a:t>
            </a:fld>
          </a:p>
        </p:txBody>
      </p:sp>
    </p:spTree>
  </p:cSld>
</p:sldLayout>
</file>

<file path=ppt/slideLayouts/slideLayout2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0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1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2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3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4" name="PlaceHolder 5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3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8A3C8AC1-B4B5-4059-BA14-0BDCC7E85C10}" type="slidenum">
              <a:t>&lt;#&gt;</a:t>
            </a:fld>
          </a:p>
        </p:txBody>
      </p:sp>
    </p:spTree>
  </p:cSld>
</p:sldLayout>
</file>

<file path=ppt/slideLayouts/slideLayout2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6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7" name="PlaceHolder 3"/>
          <p:cNvSpPr>
            <a:spLocks noGrp="1"/>
          </p:cNvSpPr>
          <p:nvPr>
            <p:ph/>
          </p:nvPr>
        </p:nvSpPr>
        <p:spPr>
          <a:xfrm>
            <a:off x="471024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8" name="PlaceHolder 4"/>
          <p:cNvSpPr>
            <a:spLocks noGrp="1"/>
          </p:cNvSpPr>
          <p:nvPr>
            <p:ph/>
          </p:nvPr>
        </p:nvSpPr>
        <p:spPr>
          <a:xfrm>
            <a:off x="522756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9" name="PlaceHolder 5"/>
          <p:cNvSpPr>
            <a:spLocks noGrp="1"/>
          </p:cNvSpPr>
          <p:nvPr>
            <p:ph/>
          </p:nvPr>
        </p:nvSpPr>
        <p:spPr>
          <a:xfrm>
            <a:off x="419328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0" name="PlaceHolder 6"/>
          <p:cNvSpPr>
            <a:spLocks noGrp="1"/>
          </p:cNvSpPr>
          <p:nvPr>
            <p:ph/>
          </p:nvPr>
        </p:nvSpPr>
        <p:spPr>
          <a:xfrm>
            <a:off x="471024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1" name="PlaceHolder 7"/>
          <p:cNvSpPr>
            <a:spLocks noGrp="1"/>
          </p:cNvSpPr>
          <p:nvPr>
            <p:ph/>
          </p:nvPr>
        </p:nvSpPr>
        <p:spPr>
          <a:xfrm>
            <a:off x="522756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3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F07B6068-24A7-4436-BE01-9980F9C4E0EE}" type="slidenum">
              <a:t>&lt;#&gt;</a:t>
            </a:fld>
          </a:p>
        </p:txBody>
      </p:sp>
    </p:spTree>
  </p:cSld>
</p:sldLayout>
</file>

<file path=ppt/slideLayouts/slideLayout2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963DCA14-8853-44AA-B6EA-BE303BDEA0FE}" type="slidenum">
              <a:t>&lt;#&gt;</a:t>
            </a:fld>
          </a:p>
        </p:txBody>
      </p:sp>
    </p:spTree>
  </p:cSld>
</p:sldLayout>
</file>

<file path=ppt/slideLayouts/slideLayout2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4" name="PlaceHolder 2"/>
          <p:cNvSpPr>
            <a:spLocks noGrp="1"/>
          </p:cNvSpPr>
          <p:nvPr>
            <p:ph type="subTitle"/>
          </p:nvPr>
        </p:nvSpPr>
        <p:spPr>
          <a:xfrm>
            <a:off x="4193280" y="-453600"/>
            <a:ext cx="1528560" cy="227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AB7E7360-39A5-477D-867D-B7343A6B131A}" type="slidenum">
              <a:t>&lt;#&gt;</a:t>
            </a:fld>
          </a:p>
        </p:txBody>
      </p:sp>
    </p:spTree>
  </p:cSld>
</p:sldLayout>
</file>

<file path=ppt/slideLayouts/slideLayout2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6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E1FC14C1-A23C-4217-9B1C-2E1FE275653E}" type="slidenum">
              <a:t>&lt;#&gt;</a:t>
            </a:fld>
          </a:p>
        </p:txBody>
      </p:sp>
    </p:spTree>
  </p:cSld>
</p:sldLayout>
</file>

<file path=ppt/slideLayouts/slideLayout2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7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8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9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B226FDD1-DF98-4350-9A17-A1372EB78668}" type="slidenum">
              <a:t>&lt;#&gt;</a:t>
            </a:fld>
          </a:p>
        </p:txBody>
      </p:sp>
    </p:spTree>
  </p:cSld>
</p:sldLayout>
</file>

<file path=ppt/slideLayouts/slideLayout2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71A0E218-714A-4CCC-B9DE-DB81B2490199}" type="slidenum">
              <a:t>&lt;#&gt;</a:t>
            </a:fld>
          </a:p>
        </p:txBody>
      </p:sp>
    </p:spTree>
  </p:cSld>
</p:sldLayout>
</file>

<file path=ppt/slideLayouts/slideLayout2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PlaceHolder 1"/>
          <p:cNvSpPr>
            <a:spLocks noGrp="1"/>
          </p:cNvSpPr>
          <p:nvPr>
            <p:ph type="subTitle"/>
          </p:nvPr>
        </p:nvSpPr>
        <p:spPr>
          <a:xfrm>
            <a:off x="3654360" y="3034440"/>
            <a:ext cx="4968000" cy="425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E6E94403-3132-4FAC-8362-ED4FDB3E59A2}" type="slidenum">
              <a:t>&lt;#&gt;</a:t>
            </a:fld>
          </a:p>
        </p:txBody>
      </p:sp>
    </p:spTree>
  </p:cSld>
</p:sldLayout>
</file>

<file path=ppt/slideLayouts/slideLayout2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3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4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5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1BB93E94-0601-4FD9-B25B-9A7113ABF32E}" type="slidenum">
              <a:t>&lt;#&gt;</a:t>
            </a:fld>
          </a:p>
        </p:txBody>
      </p:sp>
    </p:spTree>
  </p:cSld>
</p:sldLayout>
</file>

<file path=ppt/slideLayouts/slideLayout2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7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8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9" name="PlaceHolder 4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3A22E5B4-AA4B-4626-B41F-E9A244FA00E9}" type="slidenum">
              <a:t>&lt;#&gt;</a:t>
            </a:fld>
          </a:p>
        </p:txBody>
      </p:sp>
    </p:spTree>
  </p:cSld>
</p:sldLayout>
</file>

<file path=ppt/slideLayouts/slideLayout2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1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2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3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1932AA0F-D986-4E87-91F8-592568A7A7F7}" type="slidenum">
              <a:t>&lt;#&gt;</a:t>
            </a:fld>
          </a:p>
        </p:txBody>
      </p:sp>
    </p:spTree>
  </p:cSld>
</p:sldLayout>
</file>

<file path=ppt/slideLayouts/slideLayout2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5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6" name="PlaceHolder 3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FED9AD3F-B89E-494F-B8F9-9DB4D6BAEE31}" type="slidenum">
              <a:t>&lt;#&gt;</a:t>
            </a:fld>
          </a:p>
        </p:txBody>
      </p:sp>
    </p:spTree>
  </p:cSld>
</p:sldLayout>
</file>

<file path=ppt/slideLayouts/slideLayout2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8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9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0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1" name="PlaceHolder 5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B65CF8C5-7641-414C-BF01-2C8CEFD97D99}" type="slidenum">
              <a:t>&lt;#&gt;</a:t>
            </a:fld>
          </a:p>
        </p:txBody>
      </p:sp>
    </p:spTree>
  </p:cSld>
</p:sldLayout>
</file>

<file path=ppt/slideLayouts/slideLayout3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3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4" name="PlaceHolder 3"/>
          <p:cNvSpPr>
            <a:spLocks noGrp="1"/>
          </p:cNvSpPr>
          <p:nvPr>
            <p:ph/>
          </p:nvPr>
        </p:nvSpPr>
        <p:spPr>
          <a:xfrm>
            <a:off x="471024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5" name="PlaceHolder 4"/>
          <p:cNvSpPr>
            <a:spLocks noGrp="1"/>
          </p:cNvSpPr>
          <p:nvPr>
            <p:ph/>
          </p:nvPr>
        </p:nvSpPr>
        <p:spPr>
          <a:xfrm>
            <a:off x="522756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6" name="PlaceHolder 5"/>
          <p:cNvSpPr>
            <a:spLocks noGrp="1"/>
          </p:cNvSpPr>
          <p:nvPr>
            <p:ph/>
          </p:nvPr>
        </p:nvSpPr>
        <p:spPr>
          <a:xfrm>
            <a:off x="419328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7" name="PlaceHolder 6"/>
          <p:cNvSpPr>
            <a:spLocks noGrp="1"/>
          </p:cNvSpPr>
          <p:nvPr>
            <p:ph/>
          </p:nvPr>
        </p:nvSpPr>
        <p:spPr>
          <a:xfrm>
            <a:off x="471024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8" name="PlaceHolder 7"/>
          <p:cNvSpPr>
            <a:spLocks noGrp="1"/>
          </p:cNvSpPr>
          <p:nvPr>
            <p:ph/>
          </p:nvPr>
        </p:nvSpPr>
        <p:spPr>
          <a:xfrm>
            <a:off x="522756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FD4BC4D4-B095-4FB7-A372-BB0CFD23EB40}" type="slidenum">
              <a:t>&lt;#&gt;</a:t>
            </a:fld>
          </a:p>
        </p:txBody>
      </p:sp>
    </p:spTree>
  </p:cSld>
</p:sldLayout>
</file>

<file path=ppt/slideLayouts/slideLayout3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32BE4CA5-7D65-437A-B8D8-77BBEE717EE0}" type="slidenum">
              <a:t>&lt;#&gt;</a:t>
            </a:fld>
          </a:p>
        </p:txBody>
      </p:sp>
    </p:spTree>
  </p:cSld>
</p:sldLayout>
</file>

<file path=ppt/slideLayouts/slideLayout3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5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6" name="PlaceHolder 2"/>
          <p:cNvSpPr>
            <a:spLocks noGrp="1"/>
          </p:cNvSpPr>
          <p:nvPr>
            <p:ph type="subTitle"/>
          </p:nvPr>
        </p:nvSpPr>
        <p:spPr>
          <a:xfrm>
            <a:off x="4193280" y="-453600"/>
            <a:ext cx="1528560" cy="227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8A29A1F4-BCC4-4DC2-AFE2-726BA28777C4}" type="slidenum">
              <a:t>&lt;#&gt;</a:t>
            </a:fld>
          </a:p>
        </p:txBody>
      </p:sp>
    </p:spTree>
  </p:cSld>
</p:sldLayout>
</file>

<file path=ppt/slideLayouts/slideLayout3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7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8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E652676A-6B73-47B6-9081-71D4740ACB09}" type="slidenum">
              <a:t>&lt;#&gt;</a:t>
            </a:fld>
          </a:p>
        </p:txBody>
      </p:sp>
    </p:spTree>
  </p:cSld>
</p:sldLayout>
</file>

<file path=ppt/slideLayouts/slideLayout3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0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1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7F4F2502-6AEE-4682-9E83-F98195B73820}" type="slidenum">
              <a:t>&lt;#&gt;</a:t>
            </a:fld>
          </a:p>
        </p:txBody>
      </p:sp>
    </p:spTree>
  </p:cSld>
</p:sldLayout>
</file>

<file path=ppt/slideLayouts/slideLayout3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2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A23A81F3-414E-477C-B182-8AB4B5F1FECA}" type="slidenum">
              <a:t>&lt;#&gt;</a:t>
            </a:fld>
          </a:p>
        </p:txBody>
      </p:sp>
    </p:spTree>
  </p:cSld>
</p:sldLayout>
</file>

<file path=ppt/slideLayouts/slideLayout3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PlaceHolder 1"/>
          <p:cNvSpPr>
            <a:spLocks noGrp="1"/>
          </p:cNvSpPr>
          <p:nvPr>
            <p:ph type="subTitle"/>
          </p:nvPr>
        </p:nvSpPr>
        <p:spPr>
          <a:xfrm>
            <a:off x="3654360" y="3034440"/>
            <a:ext cx="4968000" cy="425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E7EE06B4-BD8E-41BC-B18B-B5E391A13EE8}" type="slidenum">
              <a:t>&lt;#&gt;</a:t>
            </a:fld>
          </a:p>
        </p:txBody>
      </p:sp>
    </p:spTree>
  </p:cSld>
</p:sldLayout>
</file>

<file path=ppt/slideLayouts/slideLayout3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4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5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6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7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F1FAEA1C-7F97-4545-8ECC-CA9E8C9205EC}" type="slidenum">
              <a:t>&lt;#&gt;</a:t>
            </a:fld>
          </a:p>
        </p:txBody>
      </p:sp>
    </p:spTree>
  </p:cSld>
</p:sldLayout>
</file>

<file path=ppt/slideLayouts/slideLayout3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8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9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5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0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1" name="PlaceHolder 4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A13F5F62-5EAC-4A29-BFC2-96E465BD3FCA}" type="slidenum">
              <a:t>&lt;#&gt;</a:t>
            </a:fld>
          </a:p>
        </p:txBody>
      </p:sp>
    </p:spTree>
  </p:cSld>
</p:sldLayout>
</file>

<file path=ppt/slideLayouts/slideLayout3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2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3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4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5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80336F91-A78A-4B12-AC6A-E3936455F0F6}" type="slidenum">
              <a:t>&lt;#&gt;</a:t>
            </a:fld>
          </a:p>
        </p:txBody>
      </p:sp>
    </p:spTree>
  </p:cSld>
</p:sldLayout>
</file>

<file path=ppt/slideLayouts/slideLayout3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6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7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8" name="PlaceHolder 3"/>
          <p:cNvSpPr>
            <a:spLocks noGrp="1"/>
          </p:cNvSpPr>
          <p:nvPr>
            <p:ph/>
          </p:nvPr>
        </p:nvSpPr>
        <p:spPr>
          <a:xfrm>
            <a:off x="4193280" y="699120"/>
            <a:ext cx="152856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6E221612-FEA6-4C32-B88A-E6DD6FF90881}" type="slidenum">
              <a:t>&lt;#&gt;</a:t>
            </a:fld>
          </a:p>
        </p:txBody>
      </p:sp>
    </p:spTree>
  </p:cSld>
</p:sldLayout>
</file>

<file path=ppt/slideLayouts/slideLayout3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9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0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1" name="PlaceHolder 3"/>
          <p:cNvSpPr>
            <a:spLocks noGrp="1"/>
          </p:cNvSpPr>
          <p:nvPr>
            <p:ph/>
          </p:nvPr>
        </p:nvSpPr>
        <p:spPr>
          <a:xfrm>
            <a:off x="4977000" y="3949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2" name="PlaceHolder 4"/>
          <p:cNvSpPr>
            <a:spLocks noGrp="1"/>
          </p:cNvSpPr>
          <p:nvPr>
            <p:ph/>
          </p:nvPr>
        </p:nvSpPr>
        <p:spPr>
          <a:xfrm>
            <a:off x="419328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3" name="PlaceHolder 5"/>
          <p:cNvSpPr>
            <a:spLocks noGrp="1"/>
          </p:cNvSpPr>
          <p:nvPr>
            <p:ph/>
          </p:nvPr>
        </p:nvSpPr>
        <p:spPr>
          <a:xfrm>
            <a:off x="4977000" y="699120"/>
            <a:ext cx="7459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54895051-B37D-424D-B7A2-2FC38D930430}" type="slidenum">
              <a:t>&lt;#&gt;</a:t>
            </a:fld>
          </a:p>
        </p:txBody>
      </p:sp>
    </p:spTree>
  </p:cSld>
</p:sldLayout>
</file>

<file path=ppt/slideLayouts/slideLayout3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5" name="PlaceHolder 2"/>
          <p:cNvSpPr>
            <a:spLocks noGrp="1"/>
          </p:cNvSpPr>
          <p:nvPr>
            <p:ph/>
          </p:nvPr>
        </p:nvSpPr>
        <p:spPr>
          <a:xfrm>
            <a:off x="419328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6" name="PlaceHolder 3"/>
          <p:cNvSpPr>
            <a:spLocks noGrp="1"/>
          </p:cNvSpPr>
          <p:nvPr>
            <p:ph/>
          </p:nvPr>
        </p:nvSpPr>
        <p:spPr>
          <a:xfrm>
            <a:off x="471024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7" name="PlaceHolder 4"/>
          <p:cNvSpPr>
            <a:spLocks noGrp="1"/>
          </p:cNvSpPr>
          <p:nvPr>
            <p:ph/>
          </p:nvPr>
        </p:nvSpPr>
        <p:spPr>
          <a:xfrm>
            <a:off x="5227560" y="3949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8" name="PlaceHolder 5"/>
          <p:cNvSpPr>
            <a:spLocks noGrp="1"/>
          </p:cNvSpPr>
          <p:nvPr>
            <p:ph/>
          </p:nvPr>
        </p:nvSpPr>
        <p:spPr>
          <a:xfrm>
            <a:off x="419328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9" name="PlaceHolder 6"/>
          <p:cNvSpPr>
            <a:spLocks noGrp="1"/>
          </p:cNvSpPr>
          <p:nvPr>
            <p:ph/>
          </p:nvPr>
        </p:nvSpPr>
        <p:spPr>
          <a:xfrm>
            <a:off x="471024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0" name="PlaceHolder 7"/>
          <p:cNvSpPr>
            <a:spLocks noGrp="1"/>
          </p:cNvSpPr>
          <p:nvPr>
            <p:ph/>
          </p:nvPr>
        </p:nvSpPr>
        <p:spPr>
          <a:xfrm>
            <a:off x="5227560" y="699120"/>
            <a:ext cx="492120" cy="2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DA371828-E794-4AEA-BCB0-2ED433972F2C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0.xml"/><Relationship Id="rId8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96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7.xml"/><Relationship Id="rId3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9.xml"/><Relationship Id="rId5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2.xml"/><Relationship Id="rId8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07.xml"/><Relationship Id="rId13" Type="http://schemas.openxmlformats.org/officeDocument/2006/relationships/slideLayout" Target="../slideLayouts/slideLayout108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4.xml"/><Relationship Id="rId8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119.xml"/><Relationship Id="rId13" Type="http://schemas.openxmlformats.org/officeDocument/2006/relationships/slideLayout" Target="../slideLayouts/slideLayout12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0.xml"/><Relationship Id="rId12" Type="http://schemas.openxmlformats.org/officeDocument/2006/relationships/slideLayout" Target="../slideLayouts/slideLayout131.xml"/><Relationship Id="rId13" Type="http://schemas.openxmlformats.org/officeDocument/2006/relationships/slideLayout" Target="../slideLayouts/slideLayout132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33.xml"/><Relationship Id="rId3" Type="http://schemas.openxmlformats.org/officeDocument/2006/relationships/slideLayout" Target="../slideLayouts/slideLayout134.xml"/><Relationship Id="rId4" Type="http://schemas.openxmlformats.org/officeDocument/2006/relationships/slideLayout" Target="../slideLayouts/slideLayout135.xml"/><Relationship Id="rId5" Type="http://schemas.openxmlformats.org/officeDocument/2006/relationships/slideLayout" Target="../slideLayouts/slideLayout136.xml"/><Relationship Id="rId6" Type="http://schemas.openxmlformats.org/officeDocument/2006/relationships/slideLayout" Target="../slideLayouts/slideLayout137.xml"/><Relationship Id="rId7" Type="http://schemas.openxmlformats.org/officeDocument/2006/relationships/slideLayout" Target="../slideLayouts/slideLayout138.xml"/><Relationship Id="rId8" Type="http://schemas.openxmlformats.org/officeDocument/2006/relationships/slideLayout" Target="../slideLayouts/slideLayout139.xml"/><Relationship Id="rId9" Type="http://schemas.openxmlformats.org/officeDocument/2006/relationships/slideLayout" Target="../slideLayouts/slideLayout140.xml"/><Relationship Id="rId10" Type="http://schemas.openxmlformats.org/officeDocument/2006/relationships/slideLayout" Target="../slideLayouts/slideLayout141.xml"/><Relationship Id="rId11" Type="http://schemas.openxmlformats.org/officeDocument/2006/relationships/slideLayout" Target="../slideLayouts/slideLayout142.xml"/><Relationship Id="rId12" Type="http://schemas.openxmlformats.org/officeDocument/2006/relationships/slideLayout" Target="../slideLayouts/slideLayout143.xml"/><Relationship Id="rId13" Type="http://schemas.openxmlformats.org/officeDocument/2006/relationships/slideLayout" Target="../slideLayouts/slideLayout144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45.xml"/><Relationship Id="rId3" Type="http://schemas.openxmlformats.org/officeDocument/2006/relationships/slideLayout" Target="../slideLayouts/slideLayout146.xml"/><Relationship Id="rId4" Type="http://schemas.openxmlformats.org/officeDocument/2006/relationships/slideLayout" Target="../slideLayouts/slideLayout147.xml"/><Relationship Id="rId5" Type="http://schemas.openxmlformats.org/officeDocument/2006/relationships/slideLayout" Target="../slideLayouts/slideLayout148.xml"/><Relationship Id="rId6" Type="http://schemas.openxmlformats.org/officeDocument/2006/relationships/slideLayout" Target="../slideLayouts/slideLayout149.xml"/><Relationship Id="rId7" Type="http://schemas.openxmlformats.org/officeDocument/2006/relationships/slideLayout" Target="../slideLayouts/slideLayout150.xml"/><Relationship Id="rId8" Type="http://schemas.openxmlformats.org/officeDocument/2006/relationships/slideLayout" Target="../slideLayouts/slideLayout151.xml"/><Relationship Id="rId9" Type="http://schemas.openxmlformats.org/officeDocument/2006/relationships/slideLayout" Target="../slideLayouts/slideLayout152.xml"/><Relationship Id="rId10" Type="http://schemas.openxmlformats.org/officeDocument/2006/relationships/slideLayout" Target="../slideLayouts/slideLayout153.xml"/><Relationship Id="rId11" Type="http://schemas.openxmlformats.org/officeDocument/2006/relationships/slideLayout" Target="../slideLayouts/slideLayout154.xml"/><Relationship Id="rId12" Type="http://schemas.openxmlformats.org/officeDocument/2006/relationships/slideLayout" Target="../slideLayouts/slideLayout155.xml"/><Relationship Id="rId13" Type="http://schemas.openxmlformats.org/officeDocument/2006/relationships/slideLayout" Target="../slideLayouts/slideLayout156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57.xml"/><Relationship Id="rId3" Type="http://schemas.openxmlformats.org/officeDocument/2006/relationships/slideLayout" Target="../slideLayouts/slideLayout158.xml"/><Relationship Id="rId4" Type="http://schemas.openxmlformats.org/officeDocument/2006/relationships/slideLayout" Target="../slideLayouts/slideLayout159.xml"/><Relationship Id="rId5" Type="http://schemas.openxmlformats.org/officeDocument/2006/relationships/slideLayout" Target="../slideLayouts/slideLayout160.xml"/><Relationship Id="rId6" Type="http://schemas.openxmlformats.org/officeDocument/2006/relationships/slideLayout" Target="../slideLayouts/slideLayout161.xml"/><Relationship Id="rId7" Type="http://schemas.openxmlformats.org/officeDocument/2006/relationships/slideLayout" Target="../slideLayouts/slideLayout162.xml"/><Relationship Id="rId8" Type="http://schemas.openxmlformats.org/officeDocument/2006/relationships/slideLayout" Target="../slideLayouts/slideLayout163.xml"/><Relationship Id="rId9" Type="http://schemas.openxmlformats.org/officeDocument/2006/relationships/slideLayout" Target="../slideLayouts/slideLayout164.xml"/><Relationship Id="rId10" Type="http://schemas.openxmlformats.org/officeDocument/2006/relationships/slideLayout" Target="../slideLayouts/slideLayout165.xml"/><Relationship Id="rId11" Type="http://schemas.openxmlformats.org/officeDocument/2006/relationships/slideLayout" Target="../slideLayouts/slideLayout166.xml"/><Relationship Id="rId12" Type="http://schemas.openxmlformats.org/officeDocument/2006/relationships/slideLayout" Target="../slideLayouts/slideLayout167.xml"/><Relationship Id="rId13" Type="http://schemas.openxmlformats.org/officeDocument/2006/relationships/slideLayout" Target="../slideLayouts/slideLayout168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69.xml"/><Relationship Id="rId3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71.xml"/><Relationship Id="rId5" Type="http://schemas.openxmlformats.org/officeDocument/2006/relationships/slideLayout" Target="../slideLayouts/slideLayout172.xml"/><Relationship Id="rId6" Type="http://schemas.openxmlformats.org/officeDocument/2006/relationships/slideLayout" Target="../slideLayouts/slideLayout173.xml"/><Relationship Id="rId7" Type="http://schemas.openxmlformats.org/officeDocument/2006/relationships/slideLayout" Target="../slideLayouts/slideLayout174.xml"/><Relationship Id="rId8" Type="http://schemas.openxmlformats.org/officeDocument/2006/relationships/slideLayout" Target="../slideLayouts/slideLayout175.xml"/><Relationship Id="rId9" Type="http://schemas.openxmlformats.org/officeDocument/2006/relationships/slideLayout" Target="../slideLayouts/slideLayout176.xml"/><Relationship Id="rId10" Type="http://schemas.openxmlformats.org/officeDocument/2006/relationships/slideLayout" Target="../slideLayouts/slideLayout177.xml"/><Relationship Id="rId11" Type="http://schemas.openxmlformats.org/officeDocument/2006/relationships/slideLayout" Target="../slideLayouts/slideLayout178.xml"/><Relationship Id="rId12" Type="http://schemas.openxmlformats.org/officeDocument/2006/relationships/slideLayout" Target="../slideLayouts/slideLayout179.xml"/><Relationship Id="rId13" Type="http://schemas.openxmlformats.org/officeDocument/2006/relationships/slideLayout" Target="../slideLayouts/slideLayout180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93.xml"/><Relationship Id="rId3" Type="http://schemas.openxmlformats.org/officeDocument/2006/relationships/slideLayout" Target="../slideLayouts/slideLayout194.xml"/><Relationship Id="rId4" Type="http://schemas.openxmlformats.org/officeDocument/2006/relationships/slideLayout" Target="../slideLayouts/slideLayout195.xml"/><Relationship Id="rId5" Type="http://schemas.openxmlformats.org/officeDocument/2006/relationships/slideLayout" Target="../slideLayouts/slideLayout196.xml"/><Relationship Id="rId6" Type="http://schemas.openxmlformats.org/officeDocument/2006/relationships/slideLayout" Target="../slideLayouts/slideLayout197.xml"/><Relationship Id="rId7" Type="http://schemas.openxmlformats.org/officeDocument/2006/relationships/slideLayout" Target="../slideLayouts/slideLayout198.xml"/><Relationship Id="rId8" Type="http://schemas.openxmlformats.org/officeDocument/2006/relationships/slideLayout" Target="../slideLayouts/slideLayout199.xml"/><Relationship Id="rId9" Type="http://schemas.openxmlformats.org/officeDocument/2006/relationships/slideLayout" Target="../slideLayouts/slideLayout200.xml"/><Relationship Id="rId10" Type="http://schemas.openxmlformats.org/officeDocument/2006/relationships/slideLayout" Target="../slideLayouts/slideLayout201.xml"/><Relationship Id="rId11" Type="http://schemas.openxmlformats.org/officeDocument/2006/relationships/slideLayout" Target="../slideLayouts/slideLayout202.xml"/><Relationship Id="rId12" Type="http://schemas.openxmlformats.org/officeDocument/2006/relationships/slideLayout" Target="../slideLayouts/slideLayout203.xml"/><Relationship Id="rId13" Type="http://schemas.openxmlformats.org/officeDocument/2006/relationships/slideLayout" Target="../slideLayouts/slideLayout204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205.xml"/><Relationship Id="rId3" Type="http://schemas.openxmlformats.org/officeDocument/2006/relationships/slideLayout" Target="../slideLayouts/slideLayout206.xml"/><Relationship Id="rId4" Type="http://schemas.openxmlformats.org/officeDocument/2006/relationships/slideLayout" Target="../slideLayouts/slideLayout207.xml"/><Relationship Id="rId5" Type="http://schemas.openxmlformats.org/officeDocument/2006/relationships/slideLayout" Target="../slideLayouts/slideLayout208.xml"/><Relationship Id="rId6" Type="http://schemas.openxmlformats.org/officeDocument/2006/relationships/slideLayout" Target="../slideLayouts/slideLayout209.xml"/><Relationship Id="rId7" Type="http://schemas.openxmlformats.org/officeDocument/2006/relationships/slideLayout" Target="../slideLayouts/slideLayout210.xml"/><Relationship Id="rId8" Type="http://schemas.openxmlformats.org/officeDocument/2006/relationships/slideLayout" Target="../slideLayouts/slideLayout211.xml"/><Relationship Id="rId9" Type="http://schemas.openxmlformats.org/officeDocument/2006/relationships/slideLayout" Target="../slideLayouts/slideLayout212.xml"/><Relationship Id="rId10" Type="http://schemas.openxmlformats.org/officeDocument/2006/relationships/slideLayout" Target="../slideLayouts/slideLayout213.xml"/><Relationship Id="rId11" Type="http://schemas.openxmlformats.org/officeDocument/2006/relationships/slideLayout" Target="../slideLayouts/slideLayout214.xml"/><Relationship Id="rId12" Type="http://schemas.openxmlformats.org/officeDocument/2006/relationships/slideLayout" Target="../slideLayouts/slideLayout215.xml"/><Relationship Id="rId13" Type="http://schemas.openxmlformats.org/officeDocument/2006/relationships/slideLayout" Target="../slideLayouts/slideLayout216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217.xml"/><Relationship Id="rId3" Type="http://schemas.openxmlformats.org/officeDocument/2006/relationships/slideLayout" Target="../slideLayouts/slideLayout218.xml"/><Relationship Id="rId4" Type="http://schemas.openxmlformats.org/officeDocument/2006/relationships/slideLayout" Target="../slideLayouts/slideLayout219.xml"/><Relationship Id="rId5" Type="http://schemas.openxmlformats.org/officeDocument/2006/relationships/slideLayout" Target="../slideLayouts/slideLayout220.xml"/><Relationship Id="rId6" Type="http://schemas.openxmlformats.org/officeDocument/2006/relationships/slideLayout" Target="../slideLayouts/slideLayout221.xml"/><Relationship Id="rId7" Type="http://schemas.openxmlformats.org/officeDocument/2006/relationships/slideLayout" Target="../slideLayouts/slideLayout222.xml"/><Relationship Id="rId8" Type="http://schemas.openxmlformats.org/officeDocument/2006/relationships/slideLayout" Target="../slideLayouts/slideLayout223.xml"/><Relationship Id="rId9" Type="http://schemas.openxmlformats.org/officeDocument/2006/relationships/slideLayout" Target="../slideLayouts/slideLayout224.xml"/><Relationship Id="rId10" Type="http://schemas.openxmlformats.org/officeDocument/2006/relationships/slideLayout" Target="../slideLayouts/slideLayout225.xml"/><Relationship Id="rId11" Type="http://schemas.openxmlformats.org/officeDocument/2006/relationships/slideLayout" Target="../slideLayouts/slideLayout226.xml"/><Relationship Id="rId12" Type="http://schemas.openxmlformats.org/officeDocument/2006/relationships/slideLayout" Target="../slideLayouts/slideLayout227.xml"/><Relationship Id="rId13" Type="http://schemas.openxmlformats.org/officeDocument/2006/relationships/slideLayout" Target="../slideLayouts/slideLayout228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29.xml"/><Relationship Id="rId3" Type="http://schemas.openxmlformats.org/officeDocument/2006/relationships/slideLayout" Target="../slideLayouts/slideLayout230.xml"/><Relationship Id="rId4" Type="http://schemas.openxmlformats.org/officeDocument/2006/relationships/slideLayout" Target="../slideLayouts/slideLayout231.xml"/><Relationship Id="rId5" Type="http://schemas.openxmlformats.org/officeDocument/2006/relationships/slideLayout" Target="../slideLayouts/slideLayout232.xml"/><Relationship Id="rId6" Type="http://schemas.openxmlformats.org/officeDocument/2006/relationships/slideLayout" Target="../slideLayouts/slideLayout233.xml"/><Relationship Id="rId7" Type="http://schemas.openxmlformats.org/officeDocument/2006/relationships/slideLayout" Target="../slideLayouts/slideLayout234.xml"/><Relationship Id="rId8" Type="http://schemas.openxmlformats.org/officeDocument/2006/relationships/slideLayout" Target="../slideLayouts/slideLayout235.xml"/><Relationship Id="rId9" Type="http://schemas.openxmlformats.org/officeDocument/2006/relationships/slideLayout" Target="../slideLayouts/slideLayout236.xml"/><Relationship Id="rId10" Type="http://schemas.openxmlformats.org/officeDocument/2006/relationships/slideLayout" Target="../slideLayouts/slideLayout237.xml"/><Relationship Id="rId11" Type="http://schemas.openxmlformats.org/officeDocument/2006/relationships/slideLayout" Target="../slideLayouts/slideLayout238.xml"/><Relationship Id="rId12" Type="http://schemas.openxmlformats.org/officeDocument/2006/relationships/slideLayout" Target="../slideLayouts/slideLayout239.xml"/><Relationship Id="rId13" Type="http://schemas.openxmlformats.org/officeDocument/2006/relationships/slideLayout" Target="../slideLayouts/slideLayout24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41.xml"/><Relationship Id="rId3" Type="http://schemas.openxmlformats.org/officeDocument/2006/relationships/slideLayout" Target="../slideLayouts/slideLayout242.xml"/><Relationship Id="rId4" Type="http://schemas.openxmlformats.org/officeDocument/2006/relationships/slideLayout" Target="../slideLayouts/slideLayout243.xml"/><Relationship Id="rId5" Type="http://schemas.openxmlformats.org/officeDocument/2006/relationships/slideLayout" Target="../slideLayouts/slideLayout244.xml"/><Relationship Id="rId6" Type="http://schemas.openxmlformats.org/officeDocument/2006/relationships/slideLayout" Target="../slideLayouts/slideLayout245.xml"/><Relationship Id="rId7" Type="http://schemas.openxmlformats.org/officeDocument/2006/relationships/slideLayout" Target="../slideLayouts/slideLayout246.xml"/><Relationship Id="rId8" Type="http://schemas.openxmlformats.org/officeDocument/2006/relationships/slideLayout" Target="../slideLayouts/slideLayout247.xml"/><Relationship Id="rId9" Type="http://schemas.openxmlformats.org/officeDocument/2006/relationships/slideLayout" Target="../slideLayouts/slideLayout248.xml"/><Relationship Id="rId10" Type="http://schemas.openxmlformats.org/officeDocument/2006/relationships/slideLayout" Target="../slideLayouts/slideLayout249.xml"/><Relationship Id="rId11" Type="http://schemas.openxmlformats.org/officeDocument/2006/relationships/slideLayout" Target="../slideLayouts/slideLayout250.xml"/><Relationship Id="rId12" Type="http://schemas.openxmlformats.org/officeDocument/2006/relationships/slideLayout" Target="../slideLayouts/slideLayout251.xml"/><Relationship Id="rId13" Type="http://schemas.openxmlformats.org/officeDocument/2006/relationships/slideLayout" Target="../slideLayouts/slideLayout252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65.xml"/><Relationship Id="rId4" Type="http://schemas.openxmlformats.org/officeDocument/2006/relationships/slideLayout" Target="../slideLayouts/slideLayout266.xml"/><Relationship Id="rId5" Type="http://schemas.openxmlformats.org/officeDocument/2006/relationships/slideLayout" Target="../slideLayouts/slideLayout267.xml"/><Relationship Id="rId6" Type="http://schemas.openxmlformats.org/officeDocument/2006/relationships/slideLayout" Target="../slideLayouts/slideLayout268.xml"/><Relationship Id="rId7" Type="http://schemas.openxmlformats.org/officeDocument/2006/relationships/slideLayout" Target="../slideLayouts/slideLayout269.xml"/><Relationship Id="rId8" Type="http://schemas.openxmlformats.org/officeDocument/2006/relationships/slideLayout" Target="../slideLayouts/slideLayout270.xml"/><Relationship Id="rId9" Type="http://schemas.openxmlformats.org/officeDocument/2006/relationships/slideLayout" Target="../slideLayouts/slideLayout271.xml"/><Relationship Id="rId10" Type="http://schemas.openxmlformats.org/officeDocument/2006/relationships/slideLayout" Target="../slideLayouts/slideLayout272.xml"/><Relationship Id="rId11" Type="http://schemas.openxmlformats.org/officeDocument/2006/relationships/slideLayout" Target="../slideLayouts/slideLayout273.xml"/><Relationship Id="rId12" Type="http://schemas.openxmlformats.org/officeDocument/2006/relationships/slideLayout" Target="../slideLayouts/slideLayout274.xml"/><Relationship Id="rId13" Type="http://schemas.openxmlformats.org/officeDocument/2006/relationships/slideLayout" Target="../slideLayouts/slideLayout275.xml"/><Relationship Id="rId14" Type="http://schemas.openxmlformats.org/officeDocument/2006/relationships/slideLayout" Target="../slideLayouts/slideLayout276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77.xml"/><Relationship Id="rId3" Type="http://schemas.openxmlformats.org/officeDocument/2006/relationships/slideLayout" Target="../slideLayouts/slideLayout278.xml"/><Relationship Id="rId4" Type="http://schemas.openxmlformats.org/officeDocument/2006/relationships/slideLayout" Target="../slideLayouts/slideLayout279.xml"/><Relationship Id="rId5" Type="http://schemas.openxmlformats.org/officeDocument/2006/relationships/slideLayout" Target="../slideLayouts/slideLayout280.xml"/><Relationship Id="rId6" Type="http://schemas.openxmlformats.org/officeDocument/2006/relationships/slideLayout" Target="../slideLayouts/slideLayout281.xml"/><Relationship Id="rId7" Type="http://schemas.openxmlformats.org/officeDocument/2006/relationships/slideLayout" Target="../slideLayouts/slideLayout282.xml"/><Relationship Id="rId8" Type="http://schemas.openxmlformats.org/officeDocument/2006/relationships/slideLayout" Target="../slideLayouts/slideLayout283.xml"/><Relationship Id="rId9" Type="http://schemas.openxmlformats.org/officeDocument/2006/relationships/slideLayout" Target="../slideLayouts/slideLayout284.xml"/><Relationship Id="rId10" Type="http://schemas.openxmlformats.org/officeDocument/2006/relationships/slideLayout" Target="../slideLayouts/slideLayout285.xml"/><Relationship Id="rId11" Type="http://schemas.openxmlformats.org/officeDocument/2006/relationships/slideLayout" Target="../slideLayouts/slideLayout286.xml"/><Relationship Id="rId12" Type="http://schemas.openxmlformats.org/officeDocument/2006/relationships/slideLayout" Target="../slideLayouts/slideLayout287.xml"/><Relationship Id="rId13" Type="http://schemas.openxmlformats.org/officeDocument/2006/relationships/slideLayout" Target="../slideLayouts/slideLayout288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89.xml"/><Relationship Id="rId3" Type="http://schemas.openxmlformats.org/officeDocument/2006/relationships/slideLayout" Target="../slideLayouts/slideLayout290.xml"/><Relationship Id="rId4" Type="http://schemas.openxmlformats.org/officeDocument/2006/relationships/slideLayout" Target="../slideLayouts/slideLayout291.xml"/><Relationship Id="rId5" Type="http://schemas.openxmlformats.org/officeDocument/2006/relationships/slideLayout" Target="../slideLayouts/slideLayout292.xml"/><Relationship Id="rId6" Type="http://schemas.openxmlformats.org/officeDocument/2006/relationships/slideLayout" Target="../slideLayouts/slideLayout293.xml"/><Relationship Id="rId7" Type="http://schemas.openxmlformats.org/officeDocument/2006/relationships/slideLayout" Target="../slideLayouts/slideLayout294.xml"/><Relationship Id="rId8" Type="http://schemas.openxmlformats.org/officeDocument/2006/relationships/slideLayout" Target="../slideLayouts/slideLayout295.xml"/><Relationship Id="rId9" Type="http://schemas.openxmlformats.org/officeDocument/2006/relationships/slideLayout" Target="../slideLayouts/slideLayout296.xml"/><Relationship Id="rId10" Type="http://schemas.openxmlformats.org/officeDocument/2006/relationships/slideLayout" Target="../slideLayouts/slideLayout297.xml"/><Relationship Id="rId11" Type="http://schemas.openxmlformats.org/officeDocument/2006/relationships/slideLayout" Target="../slideLayouts/slideLayout298.xml"/><Relationship Id="rId12" Type="http://schemas.openxmlformats.org/officeDocument/2006/relationships/slideLayout" Target="../slideLayouts/slideLayout299.xml"/><Relationship Id="rId13" Type="http://schemas.openxmlformats.org/officeDocument/2006/relationships/slideLayout" Target="../slideLayouts/slideLayout300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301.xml"/><Relationship Id="rId3" Type="http://schemas.openxmlformats.org/officeDocument/2006/relationships/slideLayout" Target="../slideLayouts/slideLayout302.xml"/><Relationship Id="rId4" Type="http://schemas.openxmlformats.org/officeDocument/2006/relationships/slideLayout" Target="../slideLayouts/slideLayout303.xml"/><Relationship Id="rId5" Type="http://schemas.openxmlformats.org/officeDocument/2006/relationships/slideLayout" Target="../slideLayouts/slideLayout304.xml"/><Relationship Id="rId6" Type="http://schemas.openxmlformats.org/officeDocument/2006/relationships/slideLayout" Target="../slideLayouts/slideLayout305.xml"/><Relationship Id="rId7" Type="http://schemas.openxmlformats.org/officeDocument/2006/relationships/slideLayout" Target="../slideLayouts/slideLayout306.xml"/><Relationship Id="rId8" Type="http://schemas.openxmlformats.org/officeDocument/2006/relationships/slideLayout" Target="../slideLayouts/slideLayout307.xml"/><Relationship Id="rId9" Type="http://schemas.openxmlformats.org/officeDocument/2006/relationships/slideLayout" Target="../slideLayouts/slideLayout308.xml"/><Relationship Id="rId10" Type="http://schemas.openxmlformats.org/officeDocument/2006/relationships/slideLayout" Target="../slideLayouts/slideLayout309.xml"/><Relationship Id="rId11" Type="http://schemas.openxmlformats.org/officeDocument/2006/relationships/slideLayout" Target="../slideLayouts/slideLayout310.xml"/><Relationship Id="rId12" Type="http://schemas.openxmlformats.org/officeDocument/2006/relationships/slideLayout" Target="../slideLayouts/slideLayout311.xml"/><Relationship Id="rId13" Type="http://schemas.openxmlformats.org/officeDocument/2006/relationships/slideLayout" Target="../slideLayouts/slideLayout3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12600">
                <a:lnSpc>
                  <a:spcPct val="100000"/>
                </a:lnSpc>
                <a:spcBef>
                  <a:spcPts val="6"/>
                </a:spcBef>
              </a:pPr>
              <a:r>
                <a:rPr b="1" lang="de-DE" sz="1000" spc="9" strike="noStrike">
                  <a:solidFill>
                    <a:srgbClr val="ffffff"/>
                  </a:solidFill>
                  <a:latin typeface="Arial"/>
                </a:rPr>
                <a:t>hhu.de</a:t>
              </a:r>
              <a:endParaRPr b="0" lang="de-DE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4" name="Gerader Verbinder 11"/>
          <p:cNvCxnSpPr/>
          <p:nvPr/>
        </p:nvCxnSpPr>
        <p:spPr>
          <a:xfrm>
            <a:off x="521280" y="974520"/>
            <a:ext cx="563508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5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6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7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</a:gdLst>
                <a:ahLst/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3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6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7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9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20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21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2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23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26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27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8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9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0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</a:gdLst>
                <a:ahLst/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31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</a:gdLst>
            <a:ahLst/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2" name="Gruppieren 25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3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12600">
                <a:lnSpc>
                  <a:spcPct val="100000"/>
                </a:lnSpc>
                <a:spcBef>
                  <a:spcPts val="6"/>
                </a:spcBef>
              </a:pPr>
              <a:r>
                <a:rPr b="1" lang="de-DE" sz="1000" spc="9" strike="noStrike">
                  <a:solidFill>
                    <a:srgbClr val="ffffff"/>
                  </a:solidFill>
                  <a:latin typeface="Arial"/>
                </a:rPr>
                <a:t>hhu.de</a:t>
              </a:r>
              <a:endParaRPr b="0" lang="de-DE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6" name="Freihandform: Form 26"/>
          <p:cNvSpPr/>
          <p:nvPr/>
        </p:nvSpPr>
        <p:spPr>
          <a:xfrm>
            <a:off x="0" y="1422360"/>
            <a:ext cx="3167640" cy="3492000"/>
          </a:xfrm>
          <a:custGeom>
            <a:avLst/>
            <a:gdLst>
              <a:gd name="textAreaLeft" fmla="*/ 0 w 3167640"/>
              <a:gd name="textAreaRight" fmla="*/ 3168000 w 3167640"/>
              <a:gd name="textAreaTop" fmla="*/ 0 h 3492000"/>
              <a:gd name="textAreaBottom" fmla="*/ 3492360 h 3492000"/>
            </a:gdLst>
            <a:ahLst/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3654360" y="2268000"/>
            <a:ext cx="4400640" cy="106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3600" spc="-1" strike="noStrike">
                <a:solidFill>
                  <a:srgbClr val="006ab3"/>
                </a:solidFill>
                <a:latin typeface="Arial"/>
              </a:rPr>
              <a:t>Titelfolie (bearbeiten)</a:t>
            </a:r>
            <a:endParaRPr b="0" lang="de-DE" sz="3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8" name="Grafik 6"/>
          <p:cNvGrpSpPr/>
          <p:nvPr/>
        </p:nvGrpSpPr>
        <p:grpSpPr>
          <a:xfrm>
            <a:off x="522720" y="385200"/>
            <a:ext cx="1527840" cy="583200"/>
            <a:chOff x="522720" y="385200"/>
            <a:chExt cx="1527840" cy="583200"/>
          </a:xfrm>
        </p:grpSpPr>
        <p:sp>
          <p:nvSpPr>
            <p:cNvPr id="39" name="Freihandform: Form 8"/>
            <p:cNvSpPr/>
            <p:nvPr/>
          </p:nvSpPr>
          <p:spPr>
            <a:xfrm>
              <a:off x="1888920" y="825480"/>
              <a:ext cx="161640" cy="14292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2920"/>
                <a:gd name="textAreaBottom" fmla="*/ 143280 h 142920"/>
              </a:gdLst>
              <a:ahLst/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" name="Freihandform: Form 9"/>
            <p:cNvSpPr/>
            <p:nvPr/>
          </p:nvSpPr>
          <p:spPr>
            <a:xfrm>
              <a:off x="1432440" y="512640"/>
              <a:ext cx="394200" cy="39708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397080"/>
                <a:gd name="textAreaBottom" fmla="*/ 397440 h 397080"/>
              </a:gdLst>
              <a:ahLst/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" name="Freihandform: Form 10"/>
            <p:cNvSpPr/>
            <p:nvPr/>
          </p:nvSpPr>
          <p:spPr>
            <a:xfrm>
              <a:off x="52272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</a:gdLst>
              <a:ahLst/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" name="Freihandform: Form 11"/>
            <p:cNvSpPr/>
            <p:nvPr/>
          </p:nvSpPr>
          <p:spPr>
            <a:xfrm>
              <a:off x="97920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</a:gdLst>
              <a:ahLst/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7092360" y="38052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rgbClr val="000000"/>
                </a:solidFill>
                <a:latin typeface="Arial"/>
              </a:rPr>
              <a:t>Logo gleichberechtigter Kooperationspartner (z.B. Partneruniversität). Bei Nichtbedarf löschen!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3822120" y="38520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rgbClr val="000000"/>
                </a:solidFill>
                <a:latin typeface="Arial"/>
              </a:rPr>
              <a:t>Logo gleichberechtigter Kooperationspartner (z.B. Partneruniversität). Bei Nichtbedarf löschen!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5370840" y="415116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rgbClr val="000000"/>
                </a:solidFill>
                <a:latin typeface="Arial"/>
              </a:rPr>
              <a:t>Sekundärlogo (z.B. Institut, Forschungsgruppe, o.Ä.). Bei Nichtbedarf löschen!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3654360" y="415188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rgbClr val="000000"/>
                </a:solidFill>
                <a:latin typeface="Arial"/>
              </a:rPr>
              <a:t>Sekundärlogo (z.B. Institut, Forschungsgruppe, o.Ä.). Bei Nichtbedarf löschen!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body"/>
          </p:nvPr>
        </p:nvSpPr>
        <p:spPr>
          <a:xfrm>
            <a:off x="7087320" y="415116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rgbClr val="000000"/>
                </a:solidFill>
                <a:latin typeface="Arial"/>
              </a:rPr>
              <a:t>Sekundärlogo (z.B. Institut, Forschungsgruppe, o.Ä.). Bei Nichtbedarf löschen!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body"/>
          </p:nvPr>
        </p:nvSpPr>
        <p:spPr>
          <a:xfrm>
            <a:off x="522360" y="4459320"/>
            <a:ext cx="2057040" cy="27396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350" spc="-1" strike="noStrike">
                <a:solidFill>
                  <a:srgbClr val="006ab3"/>
                </a:solidFill>
                <a:latin typeface="Arial"/>
              </a:rPr>
              <a:t>Datum (bearbeiten)</a:t>
            </a: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86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8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12600">
                <a:lnSpc>
                  <a:spcPct val="100000"/>
                </a:lnSpc>
                <a:spcBef>
                  <a:spcPts val="6"/>
                </a:spcBef>
              </a:pPr>
              <a:r>
                <a:rPr b="1" lang="de-DE" sz="1000" spc="9" strike="noStrike">
                  <a:solidFill>
                    <a:srgbClr val="ffffff"/>
                  </a:solidFill>
                  <a:latin typeface="Arial"/>
                </a:rPr>
                <a:t>hhu.de</a:t>
              </a:r>
              <a:endParaRPr b="0" lang="de-DE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89" name="Gerader Verbinder 11"/>
          <p:cNvCxnSpPr/>
          <p:nvPr/>
        </p:nvCxnSpPr>
        <p:spPr>
          <a:xfrm>
            <a:off x="521280" y="974520"/>
            <a:ext cx="563508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90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91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92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</a:gdLst>
                <a:ahLst/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3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4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5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6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7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98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9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0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01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02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3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04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05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06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7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08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9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0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11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12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3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4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5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</a:gdLst>
                <a:ahLst/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116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</a:gdLst>
            <a:ahLst/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7" name="Gruppieren 28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18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9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0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12600">
                <a:lnSpc>
                  <a:spcPct val="100000"/>
                </a:lnSpc>
                <a:spcBef>
                  <a:spcPts val="6"/>
                </a:spcBef>
              </a:pPr>
              <a:r>
                <a:rPr b="1" lang="de-DE" sz="1000" spc="9" strike="noStrike">
                  <a:solidFill>
                    <a:srgbClr val="ffffff"/>
                  </a:solidFill>
                  <a:latin typeface="Arial"/>
                </a:rPr>
                <a:t>hhu.de</a:t>
              </a:r>
              <a:endParaRPr b="0" lang="de-DE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526680" y="2331720"/>
            <a:ext cx="4936320" cy="110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3600" spc="-1" strike="noStrike">
                <a:solidFill>
                  <a:srgbClr val="006ab3"/>
                </a:solidFill>
                <a:latin typeface="Arial"/>
              </a:rPr>
              <a:t>Titelfolie (bearbeiten)</a:t>
            </a:r>
            <a:endParaRPr b="0" lang="de-DE" sz="3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2" name="Grafik 6"/>
          <p:cNvGrpSpPr/>
          <p:nvPr/>
        </p:nvGrpSpPr>
        <p:grpSpPr>
          <a:xfrm>
            <a:off x="522720" y="385200"/>
            <a:ext cx="1527840" cy="583200"/>
            <a:chOff x="522720" y="385200"/>
            <a:chExt cx="1527840" cy="583200"/>
          </a:xfrm>
        </p:grpSpPr>
        <p:sp>
          <p:nvSpPr>
            <p:cNvPr id="123" name="Freihandform: Form 13"/>
            <p:cNvSpPr/>
            <p:nvPr/>
          </p:nvSpPr>
          <p:spPr>
            <a:xfrm>
              <a:off x="1888920" y="825480"/>
              <a:ext cx="161640" cy="14292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2920"/>
                <a:gd name="textAreaBottom" fmla="*/ 143280 h 142920"/>
              </a:gdLst>
              <a:ahLst/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4" name="Freihandform: Form 15"/>
            <p:cNvSpPr/>
            <p:nvPr/>
          </p:nvSpPr>
          <p:spPr>
            <a:xfrm>
              <a:off x="1432440" y="512640"/>
              <a:ext cx="394200" cy="39708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397080"/>
                <a:gd name="textAreaBottom" fmla="*/ 397440 h 397080"/>
              </a:gdLst>
              <a:ahLst/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5" name="Freihandform: Form 18"/>
            <p:cNvSpPr/>
            <p:nvPr/>
          </p:nvSpPr>
          <p:spPr>
            <a:xfrm>
              <a:off x="52272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</a:gdLst>
              <a:ahLst/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6" name="Freihandform: Form 19"/>
            <p:cNvSpPr/>
            <p:nvPr/>
          </p:nvSpPr>
          <p:spPr>
            <a:xfrm>
              <a:off x="97920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</a:gdLst>
              <a:ahLst/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5621040" y="1088280"/>
            <a:ext cx="3522600" cy="382608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txBody>
          <a:bodyPr lIns="0" rIns="0" tIns="540000" bIns="0" anchor="t">
            <a:noAutofit/>
          </a:bodyPr>
          <a:p>
            <a:pPr marL="181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Inhaltsplatzhalter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body"/>
          </p:nvPr>
        </p:nvSpPr>
        <p:spPr>
          <a:xfrm>
            <a:off x="7092360" y="38052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rgbClr val="000000"/>
                </a:solidFill>
                <a:latin typeface="Arial"/>
              </a:rPr>
              <a:t>Logo gleichberechtigter Kooperationspartner (z.B. Partneruniversität). Bei Nichtbedarf löschen!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body"/>
          </p:nvPr>
        </p:nvSpPr>
        <p:spPr>
          <a:xfrm>
            <a:off x="3822120" y="38520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rgbClr val="000000"/>
                </a:solidFill>
                <a:latin typeface="Arial"/>
              </a:rPr>
              <a:t>Logo gleichberechtigter Kooperationspartner (z.B. Partneruniversität). Bei Nichtbedarf löschen!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 type="body"/>
          </p:nvPr>
        </p:nvSpPr>
        <p:spPr>
          <a:xfrm>
            <a:off x="3926160" y="415188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rgbClr val="000000"/>
                </a:solidFill>
                <a:latin typeface="Arial"/>
              </a:rPr>
              <a:t>Sekundärlogo (z.B. Institut, Forschungsgruppe, o.Ä.). Bei Nichtbedarf löschen!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6"/>
          <p:cNvSpPr>
            <a:spLocks noGrp="1"/>
          </p:cNvSpPr>
          <p:nvPr>
            <p:ph type="body"/>
          </p:nvPr>
        </p:nvSpPr>
        <p:spPr>
          <a:xfrm>
            <a:off x="2230560" y="415188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rgbClr val="000000"/>
                </a:solidFill>
                <a:latin typeface="Arial"/>
              </a:rPr>
              <a:t>Sekundärlogo (z.B. Institut, Forschungsgruppe, o.Ä.). Bei Nichtbedarf löschen!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7"/>
          <p:cNvSpPr>
            <a:spLocks noGrp="1"/>
          </p:cNvSpPr>
          <p:nvPr>
            <p:ph type="body"/>
          </p:nvPr>
        </p:nvSpPr>
        <p:spPr>
          <a:xfrm>
            <a:off x="522360" y="4459320"/>
            <a:ext cx="1540800" cy="27396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350" spc="-1" strike="noStrike">
                <a:solidFill>
                  <a:srgbClr val="006ab3"/>
                </a:solidFill>
                <a:latin typeface="Arial"/>
              </a:rPr>
              <a:t>Datum (bearbeiten)</a:t>
            </a: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70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2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12600">
                <a:lnSpc>
                  <a:spcPct val="100000"/>
                </a:lnSpc>
                <a:spcBef>
                  <a:spcPts val="6"/>
                </a:spcBef>
              </a:pPr>
              <a:r>
                <a:rPr b="1" lang="de-DE" sz="1000" spc="9" strike="noStrike">
                  <a:solidFill>
                    <a:srgbClr val="ffffff"/>
                  </a:solidFill>
                  <a:latin typeface="Arial"/>
                </a:rPr>
                <a:t>hhu.de</a:t>
              </a:r>
              <a:endParaRPr b="0" lang="de-DE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173" name="Gerader Verbinder 11"/>
          <p:cNvCxnSpPr/>
          <p:nvPr/>
        </p:nvCxnSpPr>
        <p:spPr>
          <a:xfrm>
            <a:off x="521280" y="974520"/>
            <a:ext cx="563508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74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75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76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</a:gdLst>
                <a:ahLst/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7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8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9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0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1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82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3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4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85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86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7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88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89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90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1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92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3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4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95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96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7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8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9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</a:gdLst>
                <a:ahLst/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200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</a:gdLst>
            <a:ahLst/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01" name="Gruppieren 28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202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3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4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12600">
                <a:lnSpc>
                  <a:spcPct val="100000"/>
                </a:lnSpc>
                <a:spcBef>
                  <a:spcPts val="6"/>
                </a:spcBef>
              </a:pPr>
              <a:r>
                <a:rPr b="1" lang="de-DE" sz="1000" spc="9" strike="noStrike">
                  <a:solidFill>
                    <a:srgbClr val="ffffff"/>
                  </a:solidFill>
                  <a:latin typeface="Arial"/>
                </a:rPr>
                <a:t>hhu.de</a:t>
              </a:r>
              <a:endParaRPr b="0" lang="de-DE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526680" y="2250360"/>
            <a:ext cx="2829960" cy="118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3600" spc="-1" strike="noStrike">
                <a:solidFill>
                  <a:srgbClr val="006ab3"/>
                </a:solidFill>
                <a:latin typeface="Arial"/>
              </a:rPr>
              <a:t>Titelfolie (bearbeiten)</a:t>
            </a:r>
            <a:endParaRPr b="0" lang="de-DE" sz="3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06" name="Grafik 6"/>
          <p:cNvGrpSpPr/>
          <p:nvPr/>
        </p:nvGrpSpPr>
        <p:grpSpPr>
          <a:xfrm>
            <a:off x="522720" y="385200"/>
            <a:ext cx="1527840" cy="583200"/>
            <a:chOff x="522720" y="385200"/>
            <a:chExt cx="1527840" cy="583200"/>
          </a:xfrm>
        </p:grpSpPr>
        <p:sp>
          <p:nvSpPr>
            <p:cNvPr id="207" name="Freihandform: Form 13"/>
            <p:cNvSpPr/>
            <p:nvPr/>
          </p:nvSpPr>
          <p:spPr>
            <a:xfrm>
              <a:off x="1888920" y="825480"/>
              <a:ext cx="161640" cy="14292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2920"/>
                <a:gd name="textAreaBottom" fmla="*/ 143280 h 142920"/>
              </a:gdLst>
              <a:ahLst/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8" name="Freihandform: Form 17"/>
            <p:cNvSpPr/>
            <p:nvPr/>
          </p:nvSpPr>
          <p:spPr>
            <a:xfrm>
              <a:off x="1432440" y="512640"/>
              <a:ext cx="394200" cy="39708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397080"/>
                <a:gd name="textAreaBottom" fmla="*/ 397440 h 397080"/>
              </a:gdLst>
              <a:ahLst/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9" name="Freihandform: Form 18"/>
            <p:cNvSpPr/>
            <p:nvPr/>
          </p:nvSpPr>
          <p:spPr>
            <a:xfrm>
              <a:off x="52272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</a:gdLst>
              <a:ahLst/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0" name="Freihandform: Form 19"/>
            <p:cNvSpPr/>
            <p:nvPr/>
          </p:nvSpPr>
          <p:spPr>
            <a:xfrm>
              <a:off x="97920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</a:gdLst>
              <a:ahLst/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3546000" y="1088280"/>
            <a:ext cx="5597640" cy="382608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txBody>
          <a:bodyPr lIns="0" rIns="0" tIns="540000" bIns="0" anchor="t">
            <a:noAutofit/>
          </a:bodyPr>
          <a:p>
            <a:pPr marL="181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Inhaltsplatzhalter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181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body"/>
          </p:nvPr>
        </p:nvSpPr>
        <p:spPr>
          <a:xfrm>
            <a:off x="7092360" y="38052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rgbClr val="000000"/>
                </a:solidFill>
                <a:latin typeface="Arial"/>
              </a:rPr>
              <a:t>Logo gleichberechtigter Kooperationspartner (z.B. Partneruniversität). Bei Nichtbedarf löschen!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4"/>
          <p:cNvSpPr>
            <a:spLocks noGrp="1"/>
          </p:cNvSpPr>
          <p:nvPr>
            <p:ph type="body"/>
          </p:nvPr>
        </p:nvSpPr>
        <p:spPr>
          <a:xfrm>
            <a:off x="3822120" y="38520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rgbClr val="000000"/>
                </a:solidFill>
                <a:latin typeface="Arial"/>
              </a:rPr>
              <a:t>Logo gleichberechtigter Kooperationspartner (z.B. Partneruniversität). Bei Nichtbedarf löschen!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5"/>
          <p:cNvSpPr>
            <a:spLocks noGrp="1"/>
          </p:cNvSpPr>
          <p:nvPr>
            <p:ph type="body"/>
          </p:nvPr>
        </p:nvSpPr>
        <p:spPr>
          <a:xfrm>
            <a:off x="1819440" y="415080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rgbClr val="000000"/>
                </a:solidFill>
                <a:latin typeface="Arial"/>
              </a:rPr>
              <a:t>Sekundärlogo (z.B. Institut, Forschungsgruppe, o.Ä.). Bei Nichtbedarf löschen!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6"/>
          <p:cNvSpPr>
            <a:spLocks noGrp="1"/>
          </p:cNvSpPr>
          <p:nvPr>
            <p:ph type="body"/>
          </p:nvPr>
        </p:nvSpPr>
        <p:spPr>
          <a:xfrm>
            <a:off x="522360" y="4459320"/>
            <a:ext cx="1168920" cy="27396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350" spc="-1" strike="noStrike">
                <a:solidFill>
                  <a:srgbClr val="006ab3"/>
                </a:solidFill>
                <a:latin typeface="Arial"/>
              </a:rPr>
              <a:t>Datum</a:t>
            </a: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25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12600">
                <a:lnSpc>
                  <a:spcPct val="100000"/>
                </a:lnSpc>
                <a:spcBef>
                  <a:spcPts val="6"/>
                </a:spcBef>
              </a:pPr>
              <a:r>
                <a:rPr b="1" lang="de-DE" sz="1000" spc="9" strike="noStrike">
                  <a:solidFill>
                    <a:srgbClr val="ffffff"/>
                  </a:solidFill>
                  <a:latin typeface="Arial"/>
                </a:rPr>
                <a:t>hhu.de</a:t>
              </a:r>
              <a:endParaRPr b="0" lang="de-DE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256" name="Gerader Verbinder 11"/>
          <p:cNvCxnSpPr/>
          <p:nvPr/>
        </p:nvCxnSpPr>
        <p:spPr>
          <a:xfrm>
            <a:off x="521280" y="974520"/>
            <a:ext cx="563508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257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258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259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</a:gdLst>
                <a:ahLst/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60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61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62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63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64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265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6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7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268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269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70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271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272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273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74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275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6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7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278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279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80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81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82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</a:gdLst>
                <a:ahLst/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283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</a:gdLst>
            <a:ahLst/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84" name="Gruppieren 30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285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6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7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12600">
                <a:lnSpc>
                  <a:spcPct val="100000"/>
                </a:lnSpc>
                <a:spcBef>
                  <a:spcPts val="6"/>
                </a:spcBef>
              </a:pPr>
              <a:r>
                <a:rPr b="1" lang="de-DE" sz="1000" spc="9" strike="noStrike">
                  <a:solidFill>
                    <a:srgbClr val="ffffff"/>
                  </a:solidFill>
                  <a:latin typeface="Arial"/>
                </a:rPr>
                <a:t>hhu.de</a:t>
              </a:r>
              <a:endParaRPr b="0" lang="de-DE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526680" y="3818520"/>
            <a:ext cx="5341320" cy="56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3600" spc="-1" strike="noStrike">
                <a:solidFill>
                  <a:srgbClr val="006ab3"/>
                </a:solidFill>
                <a:latin typeface="Arial"/>
              </a:rPr>
              <a:t>Titelfolie</a:t>
            </a:r>
            <a:endParaRPr b="0" lang="de-DE" sz="3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89" name="Grafik 6"/>
          <p:cNvGrpSpPr/>
          <p:nvPr/>
        </p:nvGrpSpPr>
        <p:grpSpPr>
          <a:xfrm>
            <a:off x="522720" y="385200"/>
            <a:ext cx="1527840" cy="583200"/>
            <a:chOff x="522720" y="385200"/>
            <a:chExt cx="1527840" cy="583200"/>
          </a:xfrm>
        </p:grpSpPr>
        <p:sp>
          <p:nvSpPr>
            <p:cNvPr id="290" name="Freihandform: Form 17"/>
            <p:cNvSpPr/>
            <p:nvPr/>
          </p:nvSpPr>
          <p:spPr>
            <a:xfrm>
              <a:off x="1888920" y="825480"/>
              <a:ext cx="161640" cy="14292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2920"/>
                <a:gd name="textAreaBottom" fmla="*/ 143280 h 142920"/>
              </a:gdLst>
              <a:ahLst/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1" name="Freihandform: Form 19"/>
            <p:cNvSpPr/>
            <p:nvPr/>
          </p:nvSpPr>
          <p:spPr>
            <a:xfrm>
              <a:off x="1432440" y="512640"/>
              <a:ext cx="394200" cy="39708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397080"/>
                <a:gd name="textAreaBottom" fmla="*/ 397440 h 397080"/>
              </a:gdLst>
              <a:ahLst/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2" name="Freihandform: Form 20"/>
            <p:cNvSpPr/>
            <p:nvPr/>
          </p:nvSpPr>
          <p:spPr>
            <a:xfrm>
              <a:off x="52272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</a:gdLst>
              <a:ahLst/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3" name="Freihandform: Form 23"/>
            <p:cNvSpPr/>
            <p:nvPr/>
          </p:nvSpPr>
          <p:spPr>
            <a:xfrm>
              <a:off x="97920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</a:gdLst>
              <a:ahLst/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0" y="1422360"/>
            <a:ext cx="6678000" cy="239580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txBody>
          <a:bodyPr lIns="0" rIns="0" tIns="540000" bIns="0" anchor="t">
            <a:noAutofit/>
          </a:bodyPr>
          <a:p>
            <a:pPr marL="181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Inhaltsplatzhalter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181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body"/>
          </p:nvPr>
        </p:nvSpPr>
        <p:spPr>
          <a:xfrm>
            <a:off x="6741000" y="1422360"/>
            <a:ext cx="2402640" cy="239580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txBody>
          <a:bodyPr lIns="0" rIns="0" tIns="540000" bIns="0" anchor="t">
            <a:noAutofit/>
          </a:bodyPr>
          <a:p>
            <a:pPr marL="181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Inhaltsplatzhalter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181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4"/>
          <p:cNvSpPr>
            <a:spLocks noGrp="1"/>
          </p:cNvSpPr>
          <p:nvPr>
            <p:ph type="body"/>
          </p:nvPr>
        </p:nvSpPr>
        <p:spPr>
          <a:xfrm>
            <a:off x="7092360" y="38052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rgbClr val="000000"/>
                </a:solidFill>
                <a:latin typeface="Arial"/>
              </a:rPr>
              <a:t>Logo gleichberechtigter Kooperationspartner (z.B. Partneruniversität). Bei Nichtbedarf löschen!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PlaceHolder 5"/>
          <p:cNvSpPr>
            <a:spLocks noGrp="1"/>
          </p:cNvSpPr>
          <p:nvPr>
            <p:ph type="body"/>
          </p:nvPr>
        </p:nvSpPr>
        <p:spPr>
          <a:xfrm>
            <a:off x="3822120" y="38520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rgbClr val="000000"/>
                </a:solidFill>
                <a:latin typeface="Arial"/>
              </a:rPr>
              <a:t>Logo gleichberechtigter Kooperationspartner (z.B. Partneruniversität). Bei Nichtbedarf löschen!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6"/>
          <p:cNvSpPr>
            <a:spLocks noGrp="1"/>
          </p:cNvSpPr>
          <p:nvPr>
            <p:ph type="body"/>
          </p:nvPr>
        </p:nvSpPr>
        <p:spPr>
          <a:xfrm>
            <a:off x="5940000" y="415980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rgbClr val="000000"/>
                </a:solidFill>
                <a:latin typeface="Arial"/>
              </a:rPr>
              <a:t>Sekundärlogo (z.B. Institut, Forschungsgruppe, o.Ä.). Bei Nichtbedarf löschen!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7"/>
          <p:cNvSpPr>
            <a:spLocks noGrp="1"/>
          </p:cNvSpPr>
          <p:nvPr>
            <p:ph type="body"/>
          </p:nvPr>
        </p:nvSpPr>
        <p:spPr>
          <a:xfrm>
            <a:off x="4216320" y="415044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rgbClr val="000000"/>
                </a:solidFill>
                <a:latin typeface="Arial"/>
              </a:rPr>
              <a:t>Sekundärlogo (z.B. Institut, Forschungsgruppe, o.Ä.). Bei Nichtbedarf löschen!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8"/>
          <p:cNvSpPr>
            <a:spLocks noGrp="1"/>
          </p:cNvSpPr>
          <p:nvPr>
            <p:ph type="body"/>
          </p:nvPr>
        </p:nvSpPr>
        <p:spPr>
          <a:xfrm>
            <a:off x="7596360" y="4467240"/>
            <a:ext cx="1020600" cy="27396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 algn="r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350" spc="-1" strike="noStrike">
                <a:solidFill>
                  <a:srgbClr val="006ab3"/>
                </a:solidFill>
                <a:latin typeface="Arial"/>
              </a:rPr>
              <a:t>Datum</a:t>
            </a: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338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9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0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12600">
                <a:lnSpc>
                  <a:spcPct val="100000"/>
                </a:lnSpc>
                <a:spcBef>
                  <a:spcPts val="6"/>
                </a:spcBef>
              </a:pPr>
              <a:r>
                <a:rPr b="1" lang="de-DE" sz="1000" spc="9" strike="noStrike">
                  <a:solidFill>
                    <a:srgbClr val="ffffff"/>
                  </a:solidFill>
                  <a:latin typeface="Arial"/>
                </a:rPr>
                <a:t>hhu.de</a:t>
              </a:r>
              <a:endParaRPr b="0" lang="de-DE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341" name="Gerader Verbinder 11"/>
          <p:cNvCxnSpPr/>
          <p:nvPr/>
        </p:nvCxnSpPr>
        <p:spPr>
          <a:xfrm>
            <a:off x="521280" y="974520"/>
            <a:ext cx="563508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342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343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344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</a:gdLst>
                <a:ahLst/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45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46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47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48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49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350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1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2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353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354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55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356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357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358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59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360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1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2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363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364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65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66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67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</a:gdLst>
                <a:ahLst/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368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</a:gdLst>
            <a:ahLst/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Inhaltsverzeichnis (bearbeiten)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PlaceHolder 2"/>
          <p:cNvSpPr>
            <a:spLocks noGrp="1"/>
          </p:cNvSpPr>
          <p:nvPr>
            <p:ph type="sldNum" idx="1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>
              <a:lnSpc>
                <a:spcPct val="100000"/>
              </a:lnSpc>
              <a:buNone/>
              <a:defRPr b="1" lang="de-DE" sz="9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65BBB7F-47F9-4E8D-9B84-AED7B37C07BE}" type="slidenum">
              <a:rPr b="1" lang="de-DE" sz="900" spc="-1" strike="noStrike">
                <a:solidFill>
                  <a:srgbClr val="ffffff"/>
                </a:solidFill>
                <a:latin typeface="Arial"/>
              </a:rPr>
              <a:t>&lt;Foliennummer&gt;</a:t>
            </a:fld>
            <a:endParaRPr b="0" lang="de-D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ftr" idx="2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2" name="PlaceHolder 4"/>
          <p:cNvSpPr>
            <a:spLocks noGrp="1"/>
          </p:cNvSpPr>
          <p:nvPr>
            <p:ph type="body"/>
          </p:nvPr>
        </p:nvSpPr>
        <p:spPr>
          <a:xfrm>
            <a:off x="5488200" y="1422360"/>
            <a:ext cx="3655440" cy="349200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txBody>
          <a:bodyPr lIns="0" rIns="0" tIns="540000" bIns="0" anchor="t">
            <a:noAutofit/>
          </a:bodyPr>
          <a:p>
            <a:pPr marL="181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Inhaltsplatzhalter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181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4586040" cy="3492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95200" indent="-2952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(bearbeiten)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400" spc="-1" strike="noStrike">
                <a:solidFill>
                  <a:srgbClr val="000000"/>
                </a:solidFill>
                <a:latin typeface="Arial"/>
              </a:rPr>
              <a:t>Zweite Ebene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200" spc="-1" strike="noStrike">
                <a:solidFill>
                  <a:srgbClr val="000000"/>
                </a:solidFill>
                <a:latin typeface="Arial"/>
              </a:rPr>
              <a:t>Dritte Ebene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 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 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95200" indent="-2952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0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411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2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3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12600">
                <a:lnSpc>
                  <a:spcPct val="100000"/>
                </a:lnSpc>
                <a:spcBef>
                  <a:spcPts val="6"/>
                </a:spcBef>
              </a:pPr>
              <a:r>
                <a:rPr b="1" lang="de-DE" sz="1000" spc="9" strike="noStrike">
                  <a:solidFill>
                    <a:srgbClr val="ffffff"/>
                  </a:solidFill>
                  <a:latin typeface="Arial"/>
                </a:rPr>
                <a:t>hhu.de</a:t>
              </a:r>
              <a:endParaRPr b="0" lang="de-DE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414" name="Gerader Verbinder 11"/>
          <p:cNvCxnSpPr/>
          <p:nvPr/>
        </p:nvCxnSpPr>
        <p:spPr>
          <a:xfrm>
            <a:off x="521280" y="974520"/>
            <a:ext cx="563508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415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416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417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</a:gdLst>
                <a:ahLst/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18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19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20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21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22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423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4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5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426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427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28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429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430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431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32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433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4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5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436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437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38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39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40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</a:gdLst>
                <a:ahLst/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441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</a:gdLst>
            <a:ahLst/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Inhalt ohne Untertitel (bearbeiten)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PlaceHolder 2"/>
          <p:cNvSpPr>
            <a:spLocks noGrp="1"/>
          </p:cNvSpPr>
          <p:nvPr>
            <p:ph type="ftr" idx="3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sldNum" idx="4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>
              <a:lnSpc>
                <a:spcPct val="100000"/>
              </a:lnSpc>
              <a:buNone/>
              <a:defRPr b="1" lang="de-DE" sz="9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4FD3929-1CDE-45AE-AA57-4C35B135B05C}" type="slidenum">
              <a:rPr b="1" lang="de-DE" sz="900" spc="-1" strike="noStrike">
                <a:solidFill>
                  <a:srgbClr val="ffffff"/>
                </a:solidFill>
                <a:latin typeface="Arial"/>
              </a:rPr>
              <a:t>&lt;Foliennummer&gt;</a:t>
            </a:fld>
            <a:endParaRPr b="0" lang="de-D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5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8096040" cy="3492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(bearbeiten)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400" spc="-1" strike="noStrike">
                <a:solidFill>
                  <a:srgbClr val="000000"/>
                </a:solidFill>
                <a:latin typeface="Arial"/>
              </a:rPr>
              <a:t>Zweite Ebene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200" spc="-1" strike="noStrike">
                <a:solidFill>
                  <a:srgbClr val="000000"/>
                </a:solidFill>
                <a:latin typeface="Arial"/>
              </a:rPr>
              <a:t>Dritte Ebene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 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 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2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48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12600">
                <a:lnSpc>
                  <a:spcPct val="100000"/>
                </a:lnSpc>
                <a:spcBef>
                  <a:spcPts val="6"/>
                </a:spcBef>
              </a:pPr>
              <a:r>
                <a:rPr b="1" lang="de-DE" sz="1000" spc="9" strike="noStrike">
                  <a:solidFill>
                    <a:srgbClr val="ffffff"/>
                  </a:solidFill>
                  <a:latin typeface="Arial"/>
                </a:rPr>
                <a:t>hhu.de</a:t>
              </a:r>
              <a:endParaRPr b="0" lang="de-DE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486" name="Gerader Verbinder 11"/>
          <p:cNvCxnSpPr/>
          <p:nvPr/>
        </p:nvCxnSpPr>
        <p:spPr>
          <a:xfrm>
            <a:off x="521280" y="974520"/>
            <a:ext cx="563508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487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488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489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</a:gdLst>
                <a:ahLst/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90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91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92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93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94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495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6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7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498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499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00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501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502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503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04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505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6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7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508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509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10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11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12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</a:gdLst>
                <a:ahLst/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513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</a:gdLst>
            <a:ahLst/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Inhalt (bearbeiten)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PlaceHolder 2"/>
          <p:cNvSpPr>
            <a:spLocks noGrp="1"/>
          </p:cNvSpPr>
          <p:nvPr>
            <p:ph type="ftr" idx="5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6" name="PlaceHolder 3"/>
          <p:cNvSpPr>
            <a:spLocks noGrp="1"/>
          </p:cNvSpPr>
          <p:nvPr>
            <p:ph type="sldNum" idx="6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>
              <a:lnSpc>
                <a:spcPct val="100000"/>
              </a:lnSpc>
              <a:buNone/>
              <a:defRPr b="1" lang="de-DE" sz="9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FBCBBA4-0BD6-49D9-8908-0962503B0704}" type="slidenum">
              <a:rPr b="1" lang="de-DE" sz="900" spc="-1" strike="noStrike">
                <a:solidFill>
                  <a:srgbClr val="ffffff"/>
                </a:solidFill>
                <a:latin typeface="Arial"/>
              </a:rPr>
              <a:t>&lt;Foliennummer&gt;</a:t>
            </a:fld>
            <a:endParaRPr b="0" lang="de-D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7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8100720" cy="3492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(bearbeiten)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400" spc="-1" strike="noStrike">
                <a:solidFill>
                  <a:srgbClr val="000000"/>
                </a:solidFill>
                <a:latin typeface="Arial"/>
              </a:rPr>
              <a:t>Zweite Ebene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200" spc="-1" strike="noStrike">
                <a:solidFill>
                  <a:srgbClr val="000000"/>
                </a:solidFill>
                <a:latin typeface="Arial"/>
              </a:rPr>
              <a:t>Dritte Ebene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 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 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PlaceHolder 5"/>
          <p:cNvSpPr>
            <a:spLocks noGrp="1"/>
          </p:cNvSpPr>
          <p:nvPr>
            <p:ph type="body"/>
          </p:nvPr>
        </p:nvSpPr>
        <p:spPr>
          <a:xfrm>
            <a:off x="522360" y="1089000"/>
            <a:ext cx="8100720" cy="333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rgbClr val="006ab3"/>
                </a:solidFill>
                <a:latin typeface="Arial"/>
              </a:rPr>
              <a:t>Untertitel (bearbeiten)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5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556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7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8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12600">
                <a:lnSpc>
                  <a:spcPct val="100000"/>
                </a:lnSpc>
                <a:spcBef>
                  <a:spcPts val="6"/>
                </a:spcBef>
              </a:pPr>
              <a:r>
                <a:rPr b="1" lang="de-DE" sz="1000" spc="9" strike="noStrike">
                  <a:solidFill>
                    <a:srgbClr val="ffffff"/>
                  </a:solidFill>
                  <a:latin typeface="Arial"/>
                </a:rPr>
                <a:t>hhu.de</a:t>
              </a:r>
              <a:endParaRPr b="0" lang="de-DE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559" name="Gerader Verbinder 11"/>
          <p:cNvCxnSpPr/>
          <p:nvPr/>
        </p:nvCxnSpPr>
        <p:spPr>
          <a:xfrm>
            <a:off x="521280" y="974520"/>
            <a:ext cx="563508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560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561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562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</a:gdLst>
                <a:ahLst/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63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64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65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66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67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568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9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0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571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572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73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574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575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576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77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578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9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0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581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582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83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84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85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</a:gdLst>
                <a:ahLst/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586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</a:gdLst>
            <a:ahLst/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Inhalt (groß) (bearbeiten)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PlaceHolder 2"/>
          <p:cNvSpPr>
            <a:spLocks noGrp="1"/>
          </p:cNvSpPr>
          <p:nvPr>
            <p:ph type="ftr" idx="7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9" name="PlaceHolder 3"/>
          <p:cNvSpPr>
            <a:spLocks noGrp="1"/>
          </p:cNvSpPr>
          <p:nvPr>
            <p:ph type="sldNum" idx="8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>
              <a:lnSpc>
                <a:spcPct val="100000"/>
              </a:lnSpc>
              <a:buNone/>
              <a:defRPr b="1" lang="de-DE" sz="9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7A20CEE-72D4-45FC-B24C-3C595F29F83B}" type="slidenum">
              <a:rPr b="1" lang="de-DE" sz="900" spc="-1" strike="noStrike">
                <a:solidFill>
                  <a:srgbClr val="ffffff"/>
                </a:solidFill>
                <a:latin typeface="Arial"/>
              </a:rPr>
              <a:t>&lt;Foliennummer&gt;</a:t>
            </a:fld>
            <a:endParaRPr b="0" lang="de-D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0" name="PlaceHolder 4"/>
          <p:cNvSpPr>
            <a:spLocks noGrp="1"/>
          </p:cNvSpPr>
          <p:nvPr>
            <p:ph type="body"/>
          </p:nvPr>
        </p:nvSpPr>
        <p:spPr>
          <a:xfrm>
            <a:off x="521640" y="1545840"/>
            <a:ext cx="8100720" cy="331128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Text (bearbeiten)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Zweite Ebene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Dritte Ebene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Text bearbeiten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Text bearbeiten 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Text bearbeiten 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Text bearbeiten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PlaceHolder 5"/>
          <p:cNvSpPr>
            <a:spLocks noGrp="1"/>
          </p:cNvSpPr>
          <p:nvPr>
            <p:ph type="body"/>
          </p:nvPr>
        </p:nvSpPr>
        <p:spPr>
          <a:xfrm>
            <a:off x="522360" y="1089000"/>
            <a:ext cx="8100720" cy="333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2400" spc="-1" strike="noStrike">
                <a:solidFill>
                  <a:srgbClr val="006ab3"/>
                </a:solidFill>
                <a:latin typeface="Arial"/>
              </a:rPr>
              <a:t>Untertitel (bearbeiten)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8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629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0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1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12600">
                <a:lnSpc>
                  <a:spcPct val="100000"/>
                </a:lnSpc>
                <a:spcBef>
                  <a:spcPts val="6"/>
                </a:spcBef>
              </a:pPr>
              <a:r>
                <a:rPr b="1" lang="de-DE" sz="1000" spc="9" strike="noStrike">
                  <a:solidFill>
                    <a:srgbClr val="ffffff"/>
                  </a:solidFill>
                  <a:latin typeface="Arial"/>
                </a:rPr>
                <a:t>hhu.de</a:t>
              </a:r>
              <a:endParaRPr b="0" lang="de-DE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632" name="Gerader Verbinder 11"/>
          <p:cNvCxnSpPr/>
          <p:nvPr/>
        </p:nvCxnSpPr>
        <p:spPr>
          <a:xfrm>
            <a:off x="521280" y="974520"/>
            <a:ext cx="563508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633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634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635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</a:gdLst>
                <a:ahLst/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36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37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38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39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40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641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2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3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644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645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46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647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648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649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50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651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2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3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654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655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56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57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58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</a:gdLst>
                <a:ahLst/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659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</a:gdLst>
            <a:ahLst/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Zwei Inhalte ohne Untertitel (bearbeiten)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PlaceHolder 2"/>
          <p:cNvSpPr>
            <a:spLocks noGrp="1"/>
          </p:cNvSpPr>
          <p:nvPr>
            <p:ph type="ftr" idx="9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2" name="PlaceHolder 3"/>
          <p:cNvSpPr>
            <a:spLocks noGrp="1"/>
          </p:cNvSpPr>
          <p:nvPr>
            <p:ph type="sldNum" idx="10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>
              <a:lnSpc>
                <a:spcPct val="100000"/>
              </a:lnSpc>
              <a:buNone/>
              <a:defRPr b="1" lang="de-DE" sz="9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3C6D9A0-1F7D-40BD-A544-789879C22828}" type="slidenum">
              <a:rPr b="1" lang="de-DE" sz="900" spc="-1" strike="noStrike">
                <a:solidFill>
                  <a:srgbClr val="ffffff"/>
                </a:solidFill>
                <a:latin typeface="Arial"/>
              </a:rPr>
              <a:t>&lt;Foliennummer&gt;</a:t>
            </a:fld>
            <a:endParaRPr b="0" lang="de-D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3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41280" cy="342396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(bearbeiten)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400" spc="-1" strike="noStrike">
                <a:solidFill>
                  <a:srgbClr val="000000"/>
                </a:solidFill>
                <a:latin typeface="Arial"/>
              </a:rPr>
              <a:t>Zweite Ebene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200" spc="-1" strike="noStrike">
                <a:solidFill>
                  <a:srgbClr val="000000"/>
                </a:solidFill>
                <a:latin typeface="Arial"/>
              </a:rPr>
              <a:t>Dritte Ebene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 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 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3080" cy="342396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(bearbeiten)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400" spc="-1" strike="noStrike">
                <a:solidFill>
                  <a:srgbClr val="000000"/>
                </a:solidFill>
                <a:latin typeface="Arial"/>
              </a:rPr>
              <a:t>Zweite Ebene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200" spc="-1" strike="noStrike">
                <a:solidFill>
                  <a:srgbClr val="000000"/>
                </a:solidFill>
                <a:latin typeface="Arial"/>
              </a:rPr>
              <a:t>Dritte Ebene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 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 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1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702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3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4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12600">
                <a:lnSpc>
                  <a:spcPct val="100000"/>
                </a:lnSpc>
                <a:spcBef>
                  <a:spcPts val="6"/>
                </a:spcBef>
              </a:pPr>
              <a:r>
                <a:rPr b="1" lang="de-DE" sz="1000" spc="9" strike="noStrike">
                  <a:solidFill>
                    <a:srgbClr val="ffffff"/>
                  </a:solidFill>
                  <a:latin typeface="Arial"/>
                </a:rPr>
                <a:t>hhu.de</a:t>
              </a:r>
              <a:endParaRPr b="0" lang="de-DE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705" name="Gerader Verbinder 11"/>
          <p:cNvCxnSpPr/>
          <p:nvPr/>
        </p:nvCxnSpPr>
        <p:spPr>
          <a:xfrm>
            <a:off x="521280" y="974520"/>
            <a:ext cx="563508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706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707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708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</a:gdLst>
                <a:ahLst/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09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10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11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12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13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714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5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6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717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718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19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720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721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722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23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724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5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6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727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728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29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30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31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</a:gdLst>
                <a:ahLst/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732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</a:gdLst>
            <a:ahLst/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Zwei Inhalte (bearbeiten)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PlaceHolder 2"/>
          <p:cNvSpPr>
            <a:spLocks noGrp="1"/>
          </p:cNvSpPr>
          <p:nvPr>
            <p:ph type="ftr" idx="11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5" name="PlaceHolder 3"/>
          <p:cNvSpPr>
            <a:spLocks noGrp="1"/>
          </p:cNvSpPr>
          <p:nvPr>
            <p:ph type="sldNum" idx="12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>
              <a:lnSpc>
                <a:spcPct val="100000"/>
              </a:lnSpc>
              <a:buNone/>
              <a:defRPr b="1" lang="de-DE" sz="9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09EB95A-A24C-433D-8522-619899BF3A7D}" type="slidenum">
              <a:rPr b="1" lang="de-DE" sz="900" spc="-1" strike="noStrike">
                <a:solidFill>
                  <a:srgbClr val="ffffff"/>
                </a:solidFill>
                <a:latin typeface="Arial"/>
              </a:rPr>
              <a:t>&lt;Foliennummer&gt;</a:t>
            </a:fld>
            <a:endParaRPr b="0" lang="de-D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6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41280" cy="3492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(bearbeiten)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400" spc="-1" strike="noStrike">
                <a:solidFill>
                  <a:srgbClr val="000000"/>
                </a:solidFill>
                <a:latin typeface="Arial"/>
              </a:rPr>
              <a:t>Zweite Ebene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200" spc="-1" strike="noStrike">
                <a:solidFill>
                  <a:srgbClr val="000000"/>
                </a:solidFill>
                <a:latin typeface="Arial"/>
              </a:rPr>
              <a:t>Dritte Ebene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 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 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36600" cy="3492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(bearbeiten)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400" spc="-1" strike="noStrike">
                <a:solidFill>
                  <a:srgbClr val="000000"/>
                </a:solidFill>
                <a:latin typeface="Arial"/>
              </a:rPr>
              <a:t>Zweite Ebene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200" spc="-1" strike="noStrike">
                <a:solidFill>
                  <a:srgbClr val="000000"/>
                </a:solidFill>
                <a:latin typeface="Arial"/>
              </a:rPr>
              <a:t>Dritte Ebene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 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 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PlaceHolder 6"/>
          <p:cNvSpPr>
            <a:spLocks noGrp="1"/>
          </p:cNvSpPr>
          <p:nvPr>
            <p:ph type="body"/>
          </p:nvPr>
        </p:nvSpPr>
        <p:spPr>
          <a:xfrm>
            <a:off x="522360" y="1089000"/>
            <a:ext cx="3936600" cy="333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rgbClr val="006ab3"/>
                </a:solidFill>
                <a:latin typeface="Arial"/>
              </a:rPr>
              <a:t>Untertitel (bearbeiten)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PlaceHolder 7"/>
          <p:cNvSpPr>
            <a:spLocks noGrp="1"/>
          </p:cNvSpPr>
          <p:nvPr>
            <p:ph type="body"/>
          </p:nvPr>
        </p:nvSpPr>
        <p:spPr>
          <a:xfrm>
            <a:off x="4686480" y="1089000"/>
            <a:ext cx="3936600" cy="333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rgbClr val="006ab3"/>
                </a:solidFill>
                <a:latin typeface="Arial"/>
              </a:rPr>
              <a:t>Untertitel (bearbeiten)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6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777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78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79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12600">
                <a:lnSpc>
                  <a:spcPct val="100000"/>
                </a:lnSpc>
                <a:spcBef>
                  <a:spcPts val="6"/>
                </a:spcBef>
              </a:pPr>
              <a:r>
                <a:rPr b="1" lang="de-DE" sz="1000" spc="9" strike="noStrike">
                  <a:solidFill>
                    <a:srgbClr val="ffffff"/>
                  </a:solidFill>
                  <a:latin typeface="Arial"/>
                </a:rPr>
                <a:t>hhu.de</a:t>
              </a:r>
              <a:endParaRPr b="0" lang="de-DE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780" name="Gerader Verbinder 11"/>
          <p:cNvCxnSpPr/>
          <p:nvPr/>
        </p:nvCxnSpPr>
        <p:spPr>
          <a:xfrm>
            <a:off x="521280" y="974520"/>
            <a:ext cx="563508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781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782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783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</a:gdLst>
                <a:ahLst/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84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85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86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87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88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789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0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1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792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793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94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795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796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797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98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799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0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1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802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803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04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05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06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</a:gdLst>
                <a:ahLst/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807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</a:gdLst>
            <a:ahLst/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Diagramme (bearbeiten)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PlaceHolder 2"/>
          <p:cNvSpPr>
            <a:spLocks noGrp="1"/>
          </p:cNvSpPr>
          <p:nvPr>
            <p:ph type="sldNum" idx="13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>
              <a:lnSpc>
                <a:spcPct val="100000"/>
              </a:lnSpc>
              <a:buNone/>
              <a:defRPr b="1" lang="de-DE" sz="9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133CA1C-57DB-4E1E-A4D6-8600AFA026BA}" type="slidenum">
              <a:rPr b="1" lang="de-DE" sz="900" spc="-1" strike="noStrike">
                <a:solidFill>
                  <a:srgbClr val="ffffff"/>
                </a:solidFill>
                <a:latin typeface="Arial"/>
              </a:rPr>
              <a:t>&lt;Foliennummer&gt;</a:t>
            </a:fld>
            <a:endParaRPr b="0" lang="de-D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0" name="PlaceHolder 3"/>
          <p:cNvSpPr>
            <a:spLocks noGrp="1"/>
          </p:cNvSpPr>
          <p:nvPr>
            <p:ph type="ftr" idx="14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1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8100000" cy="349200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txBody>
          <a:bodyPr lIns="0" rIns="0" tIns="540000" bIns="0" anchor="t">
            <a:noAutofit/>
          </a:bodyPr>
          <a:p>
            <a:pPr marL="181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Inhaltsplatzhalter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181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PlaceHolder 5"/>
          <p:cNvSpPr>
            <a:spLocks noGrp="1"/>
          </p:cNvSpPr>
          <p:nvPr>
            <p:ph type="body"/>
          </p:nvPr>
        </p:nvSpPr>
        <p:spPr>
          <a:xfrm>
            <a:off x="522360" y="1089000"/>
            <a:ext cx="8100720" cy="333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rgbClr val="006ab3"/>
                </a:solidFill>
                <a:latin typeface="Arial"/>
              </a:rPr>
              <a:t>Untertitel (bearbeiten)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9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850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1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2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12600">
                <a:lnSpc>
                  <a:spcPct val="100000"/>
                </a:lnSpc>
                <a:spcBef>
                  <a:spcPts val="6"/>
                </a:spcBef>
              </a:pPr>
              <a:r>
                <a:rPr b="1" lang="de-DE" sz="1000" spc="9" strike="noStrike">
                  <a:solidFill>
                    <a:srgbClr val="ffffff"/>
                  </a:solidFill>
                  <a:latin typeface="Arial"/>
                </a:rPr>
                <a:t>hhu.de</a:t>
              </a:r>
              <a:endParaRPr b="0" lang="de-DE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853" name="Gerader Verbinder 11"/>
          <p:cNvCxnSpPr/>
          <p:nvPr/>
        </p:nvCxnSpPr>
        <p:spPr>
          <a:xfrm>
            <a:off x="521280" y="974520"/>
            <a:ext cx="563508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854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855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856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</a:gdLst>
                <a:ahLst/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57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58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59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60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61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862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3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4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865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866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67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868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869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870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71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872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3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4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875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876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77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78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79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</a:gdLst>
                <a:ahLst/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880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</a:gdLst>
            <a:ahLst/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Tabellen 1 (bearbeiten)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2" name="PlaceHolder 2"/>
          <p:cNvSpPr>
            <a:spLocks noGrp="1"/>
          </p:cNvSpPr>
          <p:nvPr>
            <p:ph type="sldNum" idx="15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>
              <a:lnSpc>
                <a:spcPct val="100000"/>
              </a:lnSpc>
              <a:buNone/>
              <a:defRPr b="1" lang="de-DE" sz="9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5C62909-6781-4307-9313-20BA30E384F7}" type="slidenum">
              <a:rPr b="1" lang="de-DE" sz="900" spc="-1" strike="noStrike">
                <a:solidFill>
                  <a:srgbClr val="ffffff"/>
                </a:solidFill>
                <a:latin typeface="Arial"/>
              </a:rPr>
              <a:t>&lt;Foliennummer&gt;</a:t>
            </a:fld>
            <a:endParaRPr b="0" lang="de-D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3" name="PlaceHolder 3"/>
          <p:cNvSpPr>
            <a:spLocks noGrp="1"/>
          </p:cNvSpPr>
          <p:nvPr>
            <p:ph type="ftr" idx="16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4" name="PlaceHolder 4"/>
          <p:cNvSpPr>
            <a:spLocks noGrp="1"/>
          </p:cNvSpPr>
          <p:nvPr>
            <p:ph type="body"/>
          </p:nvPr>
        </p:nvSpPr>
        <p:spPr>
          <a:xfrm>
            <a:off x="6031080" y="1422360"/>
            <a:ext cx="2590560" cy="3492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(bearbeiten)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400" spc="-1" strike="noStrike">
                <a:solidFill>
                  <a:srgbClr val="000000"/>
                </a:solidFill>
                <a:latin typeface="Arial"/>
              </a:rPr>
              <a:t>Zweite Ebene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200" spc="-1" strike="noStrike">
                <a:solidFill>
                  <a:srgbClr val="000000"/>
                </a:solidFill>
                <a:latin typeface="Arial"/>
              </a:rPr>
              <a:t>Dritte Ebene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 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 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5" name="PlaceHolder 5"/>
          <p:cNvSpPr>
            <a:spLocks noGrp="1"/>
          </p:cNvSpPr>
          <p:nvPr>
            <p:ph type="body"/>
          </p:nvPr>
        </p:nvSpPr>
        <p:spPr>
          <a:xfrm>
            <a:off x="522360" y="1422360"/>
            <a:ext cx="5310000" cy="349200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txBody>
          <a:bodyPr lIns="0" rIns="0" tIns="540000" bIns="0" anchor="t">
            <a:noAutofit/>
          </a:bodyPr>
          <a:p>
            <a:pPr marL="181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Inhaltsplatzhalter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181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6" name="PlaceHolder 6"/>
          <p:cNvSpPr>
            <a:spLocks noGrp="1"/>
          </p:cNvSpPr>
          <p:nvPr>
            <p:ph type="body"/>
          </p:nvPr>
        </p:nvSpPr>
        <p:spPr>
          <a:xfrm>
            <a:off x="522360" y="1089000"/>
            <a:ext cx="8100720" cy="333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rgbClr val="006ab3"/>
                </a:solidFill>
                <a:latin typeface="Arial"/>
              </a:rPr>
              <a:t>Untertitel (bearbeiten)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3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924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5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6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12600">
                <a:lnSpc>
                  <a:spcPct val="100000"/>
                </a:lnSpc>
                <a:spcBef>
                  <a:spcPts val="6"/>
                </a:spcBef>
              </a:pPr>
              <a:r>
                <a:rPr b="1" lang="de-DE" sz="1000" spc="9" strike="noStrike">
                  <a:solidFill>
                    <a:srgbClr val="ffffff"/>
                  </a:solidFill>
                  <a:latin typeface="Arial"/>
                </a:rPr>
                <a:t>hhu.de</a:t>
              </a:r>
              <a:endParaRPr b="0" lang="de-DE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927" name="Gerader Verbinder 11"/>
          <p:cNvCxnSpPr/>
          <p:nvPr/>
        </p:nvCxnSpPr>
        <p:spPr>
          <a:xfrm>
            <a:off x="521280" y="974520"/>
            <a:ext cx="563508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928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929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930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</a:gdLst>
                <a:ahLst/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31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32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33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34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35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936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7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8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939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940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41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942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943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944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45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946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7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8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949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950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51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52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53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</a:gdLst>
                <a:ahLst/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954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</a:gdLst>
            <a:ahLst/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Tabellen 2 (bearbeiten)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6" name="PlaceHolder 2"/>
          <p:cNvSpPr>
            <a:spLocks noGrp="1"/>
          </p:cNvSpPr>
          <p:nvPr>
            <p:ph type="sldNum" idx="17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>
              <a:lnSpc>
                <a:spcPct val="100000"/>
              </a:lnSpc>
              <a:buNone/>
              <a:defRPr b="1" lang="de-DE" sz="9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9EA323C-5E9D-4805-A4F2-AF2FBF570BD1}" type="slidenum">
              <a:rPr b="1" lang="de-DE" sz="900" spc="-1" strike="noStrike">
                <a:solidFill>
                  <a:srgbClr val="ffffff"/>
                </a:solidFill>
                <a:latin typeface="Arial"/>
              </a:rPr>
              <a:t>&lt;Foliennummer&gt;</a:t>
            </a:fld>
            <a:endParaRPr b="0" lang="de-D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7" name="PlaceHolder 3"/>
          <p:cNvSpPr>
            <a:spLocks noGrp="1"/>
          </p:cNvSpPr>
          <p:nvPr>
            <p:ph type="ftr" idx="18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8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2590560" cy="3492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(bearbeiten)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400" spc="-1" strike="noStrike">
                <a:solidFill>
                  <a:srgbClr val="000000"/>
                </a:solidFill>
                <a:latin typeface="Arial"/>
              </a:rPr>
              <a:t>Zweite Ebene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200" spc="-1" strike="noStrike">
                <a:solidFill>
                  <a:srgbClr val="000000"/>
                </a:solidFill>
                <a:latin typeface="Arial"/>
              </a:rPr>
              <a:t>Dritte Ebene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 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 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9" name="PlaceHolder 5"/>
          <p:cNvSpPr>
            <a:spLocks noGrp="1"/>
          </p:cNvSpPr>
          <p:nvPr>
            <p:ph type="body"/>
          </p:nvPr>
        </p:nvSpPr>
        <p:spPr>
          <a:xfrm>
            <a:off x="3311640" y="1422360"/>
            <a:ext cx="5310000" cy="349200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txBody>
          <a:bodyPr lIns="0" rIns="0" tIns="540000" bIns="0" anchor="t">
            <a:noAutofit/>
          </a:bodyPr>
          <a:p>
            <a:pPr marL="181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Inhaltsplatzhalter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181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0" name="PlaceHolder 6"/>
          <p:cNvSpPr>
            <a:spLocks noGrp="1"/>
          </p:cNvSpPr>
          <p:nvPr>
            <p:ph type="body"/>
          </p:nvPr>
        </p:nvSpPr>
        <p:spPr>
          <a:xfrm>
            <a:off x="522360" y="1089000"/>
            <a:ext cx="8100720" cy="333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rgbClr val="006ab3"/>
                </a:solidFill>
                <a:latin typeface="Arial"/>
              </a:rPr>
              <a:t>Untertitel (bearbeiten)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7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998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99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00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12600">
                <a:lnSpc>
                  <a:spcPct val="100000"/>
                </a:lnSpc>
                <a:spcBef>
                  <a:spcPts val="6"/>
                </a:spcBef>
              </a:pPr>
              <a:r>
                <a:rPr b="1" lang="de-DE" sz="1000" spc="9" strike="noStrike">
                  <a:solidFill>
                    <a:srgbClr val="ffffff"/>
                  </a:solidFill>
                  <a:latin typeface="Arial"/>
                </a:rPr>
                <a:t>hhu.de</a:t>
              </a:r>
              <a:endParaRPr b="0" lang="de-DE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1001" name="Gerader Verbinder 11"/>
          <p:cNvCxnSpPr/>
          <p:nvPr/>
        </p:nvCxnSpPr>
        <p:spPr>
          <a:xfrm>
            <a:off x="521280" y="974520"/>
            <a:ext cx="563508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002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003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004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</a:gdLst>
                <a:ahLst/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05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06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07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08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09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010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1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2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013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014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15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016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017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018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19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020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1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2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023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024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25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26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27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</a:gdLst>
                <a:ahLst/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1028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</a:gdLst>
            <a:ahLst/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Vier Inhalte (bearbeiten)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0" name="PlaceHolder 2"/>
          <p:cNvSpPr>
            <a:spLocks noGrp="1"/>
          </p:cNvSpPr>
          <p:nvPr>
            <p:ph type="ftr" idx="19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1" name="PlaceHolder 3"/>
          <p:cNvSpPr>
            <a:spLocks noGrp="1"/>
          </p:cNvSpPr>
          <p:nvPr>
            <p:ph type="sldNum" idx="20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>
              <a:lnSpc>
                <a:spcPct val="100000"/>
              </a:lnSpc>
              <a:buNone/>
              <a:defRPr b="1" lang="de-DE" sz="9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76B7421-5F21-42E7-A4A3-3BB2C477DE02}" type="slidenum">
              <a:rPr b="1" lang="de-DE" sz="900" spc="-1" strike="noStrike">
                <a:solidFill>
                  <a:srgbClr val="ffffff"/>
                </a:solidFill>
                <a:latin typeface="Arial"/>
              </a:rPr>
              <a:t>&lt;Foliennummer&gt;</a:t>
            </a:fld>
            <a:endParaRPr b="0" lang="de-D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2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41280" cy="1638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(bearbeiten)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400" spc="-1" strike="noStrike">
                <a:solidFill>
                  <a:srgbClr val="000000"/>
                </a:solidFill>
                <a:latin typeface="Arial"/>
              </a:rPr>
              <a:t>Zweite Ebene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200" spc="-1" strike="noStrike">
                <a:solidFill>
                  <a:srgbClr val="000000"/>
                </a:solidFill>
                <a:latin typeface="Arial"/>
              </a:rPr>
              <a:t>Dritte Ebene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 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3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1280" cy="1638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(bearbeiten)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400" spc="-1" strike="noStrike">
                <a:solidFill>
                  <a:srgbClr val="000000"/>
                </a:solidFill>
                <a:latin typeface="Arial"/>
              </a:rPr>
              <a:t>Zweite Ebene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200" spc="-1" strike="noStrike">
                <a:solidFill>
                  <a:srgbClr val="000000"/>
                </a:solidFill>
                <a:latin typeface="Arial"/>
              </a:rPr>
              <a:t>Dritte Ebene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 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4" name="PlaceHolder 6"/>
          <p:cNvSpPr>
            <a:spLocks noGrp="1"/>
          </p:cNvSpPr>
          <p:nvPr>
            <p:ph type="body"/>
          </p:nvPr>
        </p:nvSpPr>
        <p:spPr>
          <a:xfrm>
            <a:off x="522360" y="3187800"/>
            <a:ext cx="3941280" cy="1638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(bearbeiten)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400" spc="-1" strike="noStrike">
                <a:solidFill>
                  <a:srgbClr val="000000"/>
                </a:solidFill>
                <a:latin typeface="Arial"/>
              </a:rPr>
              <a:t>Zweite Ebene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200" spc="-1" strike="noStrike">
                <a:solidFill>
                  <a:srgbClr val="000000"/>
                </a:solidFill>
                <a:latin typeface="Arial"/>
              </a:rPr>
              <a:t>Dritte Ebene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 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5" name="PlaceHolder 7"/>
          <p:cNvSpPr>
            <a:spLocks noGrp="1"/>
          </p:cNvSpPr>
          <p:nvPr>
            <p:ph type="body"/>
          </p:nvPr>
        </p:nvSpPr>
        <p:spPr>
          <a:xfrm>
            <a:off x="4680000" y="3187800"/>
            <a:ext cx="3943080" cy="1638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(bearbeiten)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400" spc="-1" strike="noStrike">
                <a:solidFill>
                  <a:srgbClr val="000000"/>
                </a:solidFill>
                <a:latin typeface="Arial"/>
              </a:rPr>
              <a:t>Zweite Ebene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200" spc="-1" strike="noStrike">
                <a:solidFill>
                  <a:srgbClr val="000000"/>
                </a:solidFill>
                <a:latin typeface="Arial"/>
              </a:rPr>
              <a:t>Dritte Ebene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 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6" name="PlaceHolder 8"/>
          <p:cNvSpPr>
            <a:spLocks noGrp="1"/>
          </p:cNvSpPr>
          <p:nvPr>
            <p:ph type="body"/>
          </p:nvPr>
        </p:nvSpPr>
        <p:spPr>
          <a:xfrm>
            <a:off x="522360" y="1089000"/>
            <a:ext cx="8100720" cy="333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rgbClr val="006ab3"/>
                </a:solidFill>
                <a:latin typeface="Arial"/>
              </a:rPr>
              <a:t>Untertitel (bearbeiten)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3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074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75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76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12600">
                <a:lnSpc>
                  <a:spcPct val="100000"/>
                </a:lnSpc>
                <a:spcBef>
                  <a:spcPts val="6"/>
                </a:spcBef>
              </a:pPr>
              <a:r>
                <a:rPr b="1" lang="de-DE" sz="1000" spc="9" strike="noStrike">
                  <a:solidFill>
                    <a:srgbClr val="ffffff"/>
                  </a:solidFill>
                  <a:latin typeface="Arial"/>
                </a:rPr>
                <a:t>hhu.de</a:t>
              </a:r>
              <a:endParaRPr b="0" lang="de-DE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1077" name="Gerader Verbinder 11"/>
          <p:cNvCxnSpPr/>
          <p:nvPr/>
        </p:nvCxnSpPr>
        <p:spPr>
          <a:xfrm>
            <a:off x="521280" y="974520"/>
            <a:ext cx="563508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078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079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080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</a:gdLst>
                <a:ahLst/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81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82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83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84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85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086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87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88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089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090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91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092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093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094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95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096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97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98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099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100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01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02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03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</a:gdLst>
                <a:ahLst/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1104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</a:gdLst>
            <a:ahLst/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Viel Text (bearbeiten)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6" name="PlaceHolder 2"/>
          <p:cNvSpPr>
            <a:spLocks noGrp="1"/>
          </p:cNvSpPr>
          <p:nvPr>
            <p:ph type="ftr" idx="21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7" name="PlaceHolder 3"/>
          <p:cNvSpPr>
            <a:spLocks noGrp="1"/>
          </p:cNvSpPr>
          <p:nvPr>
            <p:ph type="sldNum" idx="22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>
              <a:lnSpc>
                <a:spcPct val="100000"/>
              </a:lnSpc>
              <a:buNone/>
              <a:defRPr b="1" lang="de-DE" sz="9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584526B-4788-4A79-99ED-9D394CD8CE47}" type="slidenum">
              <a:rPr b="1" lang="de-DE" sz="900" spc="-1" strike="noStrike">
                <a:solidFill>
                  <a:srgbClr val="ffffff"/>
                </a:solidFill>
                <a:latin typeface="Arial"/>
              </a:rPr>
              <a:t>&lt;Foliennummer&gt;</a:t>
            </a:fld>
            <a:endParaRPr b="0" lang="de-D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8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41280" cy="3492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(bearbeiten)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400" spc="-1" strike="noStrike">
                <a:solidFill>
                  <a:srgbClr val="000000"/>
                </a:solidFill>
                <a:latin typeface="Arial"/>
              </a:rPr>
              <a:t>Zweite Ebene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200" spc="-1" strike="noStrike">
                <a:solidFill>
                  <a:srgbClr val="000000"/>
                </a:solidFill>
                <a:latin typeface="Arial"/>
              </a:rPr>
              <a:t>Dritte Ebene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 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 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9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3080" cy="3492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(bearbeiten)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400" spc="-1" strike="noStrike">
                <a:solidFill>
                  <a:srgbClr val="000000"/>
                </a:solidFill>
                <a:latin typeface="Arial"/>
              </a:rPr>
              <a:t>Zweite Ebene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200" spc="-1" strike="noStrike">
                <a:solidFill>
                  <a:srgbClr val="000000"/>
                </a:solidFill>
                <a:latin typeface="Arial"/>
              </a:rPr>
              <a:t>Dritte Ebene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 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 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0" name="PlaceHolder 6"/>
          <p:cNvSpPr>
            <a:spLocks noGrp="1"/>
          </p:cNvSpPr>
          <p:nvPr>
            <p:ph type="body"/>
          </p:nvPr>
        </p:nvSpPr>
        <p:spPr>
          <a:xfrm>
            <a:off x="522360" y="1089000"/>
            <a:ext cx="8100720" cy="333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rgbClr val="006ab3"/>
                </a:solidFill>
                <a:latin typeface="Arial"/>
              </a:rPr>
              <a:t>Untertitel (bearbeiten)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  <p:sldLayoutId id="2147483841" r:id="rId12"/>
    <p:sldLayoutId id="2147483842" r:id="rId1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7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148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49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50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12600">
                <a:lnSpc>
                  <a:spcPct val="100000"/>
                </a:lnSpc>
                <a:spcBef>
                  <a:spcPts val="6"/>
                </a:spcBef>
              </a:pPr>
              <a:r>
                <a:rPr b="1" lang="de-DE" sz="1000" spc="9" strike="noStrike">
                  <a:solidFill>
                    <a:srgbClr val="ffffff"/>
                  </a:solidFill>
                  <a:latin typeface="Arial"/>
                </a:rPr>
                <a:t>hhu.de</a:t>
              </a:r>
              <a:endParaRPr b="0" lang="de-DE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1151" name="Gerader Verbinder 11"/>
          <p:cNvCxnSpPr/>
          <p:nvPr/>
        </p:nvCxnSpPr>
        <p:spPr>
          <a:xfrm>
            <a:off x="521280" y="974520"/>
            <a:ext cx="563508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152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153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154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</a:gdLst>
                <a:ahLst/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55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56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57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58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59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160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61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62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163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164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65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166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167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168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69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170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71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72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173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174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75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76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77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</a:gdLst>
                <a:ahLst/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1178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</a:gdLst>
            <a:ahLst/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79" name="Gruppieren 52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180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81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82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12600">
                <a:lnSpc>
                  <a:spcPct val="100000"/>
                </a:lnSpc>
                <a:spcBef>
                  <a:spcPts val="6"/>
                </a:spcBef>
              </a:pPr>
              <a:r>
                <a:rPr b="1" lang="de-DE" sz="1000" spc="9" strike="noStrike">
                  <a:solidFill>
                    <a:srgbClr val="ffffff"/>
                  </a:solidFill>
                  <a:latin typeface="Arial"/>
                </a:rPr>
                <a:t>hhu.de</a:t>
              </a:r>
              <a:endParaRPr b="0" lang="de-DE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83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184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185" name="Freihandform: Form 35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</a:gdLst>
                <a:ahLst/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86" name="Freihandform: Form 36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87" name="Freihandform: Form 37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88" name="Freihandform: Form 38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89" name="Freihandform: Form 39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90" name="Freihandform: Form 40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191" name="Freihandform: Form 17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92" name="Freihandform: Form 18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93" name="Freihandform: Form 19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194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195" name="Freihandform: Form 33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96" name="Freihandform: Form 34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197" name="Freihandform: Form 21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198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199" name="Freihandform: Form 31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00" name="Freihandform: Form 32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201" name="Freihandform: Form 23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02" name="Freihandform: Form 24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03" name="Freihandform: Form 25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204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205" name="Freihandform: Form 27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06" name="Freihandform: Form 28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07" name="Freihandform: Form 29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08" name="Freihandform: Form 30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</a:gdLst>
                <a:ahLst/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1209" name="Grafik 11"/>
          <p:cNvSpPr/>
          <p:nvPr/>
        </p:nvSpPr>
        <p:spPr>
          <a:xfrm>
            <a:off x="0" y="0"/>
            <a:ext cx="3731760" cy="4914720"/>
          </a:xfrm>
          <a:custGeom>
            <a:avLst/>
            <a:gdLst>
              <a:gd name="textAreaLeft" fmla="*/ 0 w 3731760"/>
              <a:gd name="textAreaRight" fmla="*/ 3732120 w 3731760"/>
              <a:gd name="textAreaTop" fmla="*/ 0 h 4914720"/>
              <a:gd name="textAreaBottom" fmla="*/ 4915080 h 4914720"/>
            </a:gdLst>
            <a:ahLst/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0" name="PlaceHolder 1"/>
          <p:cNvSpPr>
            <a:spLocks noGrp="1"/>
          </p:cNvSpPr>
          <p:nvPr>
            <p:ph type="ftr" idx="23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1" name="PlaceHolder 2"/>
          <p:cNvSpPr>
            <a:spLocks noGrp="1"/>
          </p:cNvSpPr>
          <p:nvPr>
            <p:ph type="sldNum" idx="24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>
              <a:lnSpc>
                <a:spcPct val="100000"/>
              </a:lnSpc>
              <a:buNone/>
              <a:defRPr b="1" lang="de-DE" sz="9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34D54FD-8C89-4FF3-81DC-A7BF65AE12F5}" type="slidenum">
              <a:rPr b="1" lang="de-DE" sz="900" spc="-1" strike="noStrike">
                <a:solidFill>
                  <a:srgbClr val="ffffff"/>
                </a:solidFill>
                <a:latin typeface="Arial"/>
              </a:rPr>
              <a:t>&lt;Foliennummer&gt;</a:t>
            </a:fld>
            <a:endParaRPr b="0" lang="de-D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2" name="PlaceHolder 3"/>
          <p:cNvSpPr>
            <a:spLocks noGrp="1"/>
          </p:cNvSpPr>
          <p:nvPr>
            <p:ph type="title"/>
          </p:nvPr>
        </p:nvSpPr>
        <p:spPr>
          <a:xfrm>
            <a:off x="4464000" y="330840"/>
            <a:ext cx="2889000" cy="4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Inhalt + Kopf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13" name="Gerader Verbinder 45"/>
          <p:cNvCxnSpPr/>
          <p:nvPr/>
        </p:nvCxnSpPr>
        <p:spPr>
          <a:xfrm>
            <a:off x="4464000" y="974520"/>
            <a:ext cx="288972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sp>
        <p:nvSpPr>
          <p:cNvPr id="1214" name="PlaceHolder 4"/>
          <p:cNvSpPr>
            <a:spLocks noGrp="1"/>
          </p:cNvSpPr>
          <p:nvPr>
            <p:ph type="body"/>
          </p:nvPr>
        </p:nvSpPr>
        <p:spPr>
          <a:xfrm>
            <a:off x="4464000" y="1422360"/>
            <a:ext cx="4368600" cy="3492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(bearbeiten)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400" spc="-1" strike="noStrike">
                <a:solidFill>
                  <a:srgbClr val="000000"/>
                </a:solidFill>
                <a:latin typeface="Arial"/>
              </a:rPr>
              <a:t>Zweite Ebene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200" spc="-1" strike="noStrike">
                <a:solidFill>
                  <a:srgbClr val="000000"/>
                </a:solidFill>
                <a:latin typeface="Arial"/>
              </a:rPr>
              <a:t>Dritte Ebene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 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 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5" name="PlaceHolder 5"/>
          <p:cNvSpPr>
            <a:spLocks noGrp="1"/>
          </p:cNvSpPr>
          <p:nvPr>
            <p:ph type="body"/>
          </p:nvPr>
        </p:nvSpPr>
        <p:spPr>
          <a:xfrm>
            <a:off x="4464000" y="1089000"/>
            <a:ext cx="4158720" cy="333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rgbClr val="006ab3"/>
                </a:solidFill>
                <a:latin typeface="Arial"/>
              </a:rPr>
              <a:t>Untertitel (bearbeiten)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  <p:sldLayoutId id="2147483851" r:id="rId10"/>
    <p:sldLayoutId id="2147483852" r:id="rId11"/>
    <p:sldLayoutId id="2147483853" r:id="rId12"/>
    <p:sldLayoutId id="2147483854" r:id="rId13"/>
    <p:sldLayoutId id="2147483855" r:id="rId14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2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25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5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5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12600">
                <a:lnSpc>
                  <a:spcPct val="100000"/>
                </a:lnSpc>
                <a:spcBef>
                  <a:spcPts val="6"/>
                </a:spcBef>
              </a:pPr>
              <a:r>
                <a:rPr b="1" lang="de-DE" sz="1000" spc="9" strike="noStrike">
                  <a:solidFill>
                    <a:srgbClr val="ffffff"/>
                  </a:solidFill>
                  <a:latin typeface="Arial"/>
                </a:rPr>
                <a:t>hhu.de</a:t>
              </a:r>
              <a:endParaRPr b="0" lang="de-DE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1256" name="Gerader Verbinder 11"/>
          <p:cNvCxnSpPr/>
          <p:nvPr/>
        </p:nvCxnSpPr>
        <p:spPr>
          <a:xfrm>
            <a:off x="521280" y="974520"/>
            <a:ext cx="563508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257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258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259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</a:gdLst>
                <a:ahLst/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60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61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62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63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64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265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66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67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268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269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70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271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272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273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74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275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76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77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278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279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80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81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82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</a:gdLst>
                <a:ahLst/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1283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</a:gdLst>
            <a:ahLst/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Inhalt + Bild rechts (bearbeiten)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5" name="PlaceHolder 2"/>
          <p:cNvSpPr>
            <a:spLocks noGrp="1"/>
          </p:cNvSpPr>
          <p:nvPr>
            <p:ph type="ftr" idx="25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6" name="PlaceHolder 3"/>
          <p:cNvSpPr>
            <a:spLocks noGrp="1"/>
          </p:cNvSpPr>
          <p:nvPr>
            <p:ph type="sldNum" idx="26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>
              <a:lnSpc>
                <a:spcPct val="100000"/>
              </a:lnSpc>
              <a:buNone/>
              <a:defRPr b="1" lang="de-DE" sz="9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A6D364B-DF5B-4E74-924E-4682BCAEB06F}" type="slidenum">
              <a:rPr b="1" lang="de-DE" sz="900" spc="-1" strike="noStrike">
                <a:solidFill>
                  <a:srgbClr val="ffffff"/>
                </a:solidFill>
                <a:latin typeface="Arial"/>
              </a:rPr>
              <a:t>&lt;Foliennummer&gt;</a:t>
            </a:fld>
            <a:endParaRPr b="0" lang="de-D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7" name="PlaceHolder 4"/>
          <p:cNvSpPr>
            <a:spLocks noGrp="1"/>
          </p:cNvSpPr>
          <p:nvPr>
            <p:ph type="body"/>
          </p:nvPr>
        </p:nvSpPr>
        <p:spPr>
          <a:xfrm>
            <a:off x="4625640" y="1422360"/>
            <a:ext cx="4518000" cy="349200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txBody>
          <a:bodyPr lIns="0" rIns="0" tIns="540000" bIns="0" anchor="t">
            <a:noAutofit/>
          </a:bodyPr>
          <a:p>
            <a:pPr marL="181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Inhaltsplatzhalter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181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8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3754080" cy="3492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(bearbeiten)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400" spc="-1" strike="noStrike">
                <a:solidFill>
                  <a:srgbClr val="000000"/>
                </a:solidFill>
                <a:latin typeface="Arial"/>
              </a:rPr>
              <a:t>Zweite Ebene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200" spc="-1" strike="noStrike">
                <a:solidFill>
                  <a:srgbClr val="000000"/>
                </a:solidFill>
                <a:latin typeface="Arial"/>
              </a:rPr>
              <a:t>Dritte Ebene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 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 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9" name="PlaceHolder 6"/>
          <p:cNvSpPr>
            <a:spLocks noGrp="1"/>
          </p:cNvSpPr>
          <p:nvPr>
            <p:ph type="body"/>
          </p:nvPr>
        </p:nvSpPr>
        <p:spPr>
          <a:xfrm>
            <a:off x="522360" y="1089000"/>
            <a:ext cx="8100720" cy="333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rgbClr val="006ab3"/>
                </a:solidFill>
                <a:latin typeface="Arial"/>
              </a:rPr>
              <a:t>Untertitel (bearbeiten)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  <p:sldLayoutId id="2147483867" r:id="rId12"/>
    <p:sldLayoutId id="2147483868" r:id="rId1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6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327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28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29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12600">
                <a:lnSpc>
                  <a:spcPct val="100000"/>
                </a:lnSpc>
                <a:spcBef>
                  <a:spcPts val="6"/>
                </a:spcBef>
              </a:pPr>
              <a:r>
                <a:rPr b="1" lang="de-DE" sz="1000" spc="9" strike="noStrike">
                  <a:solidFill>
                    <a:srgbClr val="ffffff"/>
                  </a:solidFill>
                  <a:latin typeface="Arial"/>
                </a:rPr>
                <a:t>hhu.de</a:t>
              </a:r>
              <a:endParaRPr b="0" lang="de-DE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1330" name="Gerader Verbinder 11"/>
          <p:cNvCxnSpPr/>
          <p:nvPr/>
        </p:nvCxnSpPr>
        <p:spPr>
          <a:xfrm>
            <a:off x="521280" y="974520"/>
            <a:ext cx="563508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331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332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333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</a:gdLst>
                <a:ahLst/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34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35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36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37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38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339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40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41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342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343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44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345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346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347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48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349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50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51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352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353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54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55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56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</a:gdLst>
                <a:ahLst/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1357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</a:gdLst>
            <a:ahLst/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Inhalt + 2 Bilder rechts (bearbeiten)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9" name="PlaceHolder 2"/>
          <p:cNvSpPr>
            <a:spLocks noGrp="1"/>
          </p:cNvSpPr>
          <p:nvPr>
            <p:ph type="ftr" idx="27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0" name="PlaceHolder 3"/>
          <p:cNvSpPr>
            <a:spLocks noGrp="1"/>
          </p:cNvSpPr>
          <p:nvPr>
            <p:ph type="sldNum" idx="28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>
              <a:lnSpc>
                <a:spcPct val="100000"/>
              </a:lnSpc>
              <a:buNone/>
              <a:defRPr b="1" lang="de-DE" sz="9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33633C0-0355-4A79-86CD-C8C43305B318}" type="slidenum">
              <a:rPr b="1" lang="de-DE" sz="900" spc="-1" strike="noStrike">
                <a:solidFill>
                  <a:srgbClr val="ffffff"/>
                </a:solidFill>
                <a:latin typeface="Arial"/>
              </a:rPr>
              <a:t>&lt;Foliennummer&gt;</a:t>
            </a:fld>
            <a:endParaRPr b="0" lang="de-D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1" name="PlaceHolder 4"/>
          <p:cNvSpPr>
            <a:spLocks noGrp="1"/>
          </p:cNvSpPr>
          <p:nvPr>
            <p:ph type="body"/>
          </p:nvPr>
        </p:nvSpPr>
        <p:spPr>
          <a:xfrm>
            <a:off x="4625640" y="1422360"/>
            <a:ext cx="2241720" cy="349200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txBody>
          <a:bodyPr lIns="0" rIns="0" tIns="540000" bIns="0" anchor="t">
            <a:noAutofit/>
          </a:bodyPr>
          <a:p>
            <a:pPr marL="181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Inhaltsplatzhalter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181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2" name="PlaceHolder 5"/>
          <p:cNvSpPr>
            <a:spLocks noGrp="1"/>
          </p:cNvSpPr>
          <p:nvPr>
            <p:ph type="body"/>
          </p:nvPr>
        </p:nvSpPr>
        <p:spPr>
          <a:xfrm>
            <a:off x="6921000" y="1422360"/>
            <a:ext cx="2222640" cy="349200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txBody>
          <a:bodyPr lIns="0" rIns="0" tIns="540000" bIns="0" anchor="t">
            <a:noAutofit/>
          </a:bodyPr>
          <a:p>
            <a:pPr marL="181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Inhaltsplatzhalter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181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3" name="PlaceHolder 6"/>
          <p:cNvSpPr>
            <a:spLocks noGrp="1"/>
          </p:cNvSpPr>
          <p:nvPr>
            <p:ph type="body"/>
          </p:nvPr>
        </p:nvSpPr>
        <p:spPr>
          <a:xfrm>
            <a:off x="522360" y="1422360"/>
            <a:ext cx="3754080" cy="3492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(bearbeiten)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400" spc="-1" strike="noStrike">
                <a:solidFill>
                  <a:srgbClr val="000000"/>
                </a:solidFill>
                <a:latin typeface="Arial"/>
              </a:rPr>
              <a:t>Zweite Ebene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200" spc="-1" strike="noStrike">
                <a:solidFill>
                  <a:srgbClr val="000000"/>
                </a:solidFill>
                <a:latin typeface="Arial"/>
              </a:rPr>
              <a:t>Dritte Ebene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 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 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4" name="PlaceHolder 7"/>
          <p:cNvSpPr>
            <a:spLocks noGrp="1"/>
          </p:cNvSpPr>
          <p:nvPr>
            <p:ph type="body"/>
          </p:nvPr>
        </p:nvSpPr>
        <p:spPr>
          <a:xfrm>
            <a:off x="522360" y="1089000"/>
            <a:ext cx="8100720" cy="333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rgbClr val="006ab3"/>
                </a:solidFill>
                <a:latin typeface="Arial"/>
              </a:rPr>
              <a:t>Untertitel (bearbeiten)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1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402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03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04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12600">
                <a:lnSpc>
                  <a:spcPct val="100000"/>
                </a:lnSpc>
                <a:spcBef>
                  <a:spcPts val="6"/>
                </a:spcBef>
              </a:pPr>
              <a:r>
                <a:rPr b="1" lang="de-DE" sz="1000" spc="9" strike="noStrike">
                  <a:solidFill>
                    <a:srgbClr val="ffffff"/>
                  </a:solidFill>
                  <a:latin typeface="Arial"/>
                </a:rPr>
                <a:t>hhu.de</a:t>
              </a:r>
              <a:endParaRPr b="0" lang="de-DE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1405" name="Gerader Verbinder 11"/>
          <p:cNvCxnSpPr/>
          <p:nvPr/>
        </p:nvCxnSpPr>
        <p:spPr>
          <a:xfrm>
            <a:off x="521280" y="974520"/>
            <a:ext cx="563508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406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407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408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</a:gdLst>
                <a:ahLst/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09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10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11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12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13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414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15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16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417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418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19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420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421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422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23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424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25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26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427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428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29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30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31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</a:gdLst>
                <a:ahLst/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1432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</a:gdLst>
            <a:ahLst/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33" name="Gruppieren 53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434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35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36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12600">
                <a:lnSpc>
                  <a:spcPct val="100000"/>
                </a:lnSpc>
                <a:spcBef>
                  <a:spcPts val="6"/>
                </a:spcBef>
              </a:pPr>
              <a:r>
                <a:rPr b="1" lang="de-DE" sz="1000" spc="9" strike="noStrike">
                  <a:solidFill>
                    <a:srgbClr val="ffffff"/>
                  </a:solidFill>
                  <a:latin typeface="Arial"/>
                </a:rPr>
                <a:t>hhu.de</a:t>
              </a:r>
              <a:endParaRPr b="0" lang="de-DE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37" name="PlaceHolder 1"/>
          <p:cNvSpPr>
            <a:spLocks noGrp="1"/>
          </p:cNvSpPr>
          <p:nvPr>
            <p:ph type="ftr" idx="29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8" name="PlaceHolder 2"/>
          <p:cNvSpPr>
            <a:spLocks noGrp="1"/>
          </p:cNvSpPr>
          <p:nvPr>
            <p:ph type="sldNum" idx="30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>
              <a:lnSpc>
                <a:spcPct val="100000"/>
              </a:lnSpc>
              <a:buNone/>
              <a:defRPr b="1" lang="de-DE" sz="9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F376C09-DA15-4703-A4B1-422656A5EF89}" type="slidenum">
              <a:rPr b="1" lang="de-DE" sz="900" spc="-1" strike="noStrike">
                <a:solidFill>
                  <a:srgbClr val="ffffff"/>
                </a:solidFill>
                <a:latin typeface="Arial"/>
              </a:rPr>
              <a:t>&lt;Foliennummer&gt;</a:t>
            </a:fld>
            <a:endParaRPr b="0" lang="de-D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9" name="PlaceHolder 3"/>
          <p:cNvSpPr>
            <a:spLocks noGrp="1"/>
          </p:cNvSpPr>
          <p:nvPr>
            <p:ph type="title"/>
          </p:nvPr>
        </p:nvSpPr>
        <p:spPr>
          <a:xfrm>
            <a:off x="4625640" y="330840"/>
            <a:ext cx="2727360" cy="4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Inhalt + Bild links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40" name="Gerader Verbinder 46"/>
          <p:cNvCxnSpPr/>
          <p:nvPr/>
        </p:nvCxnSpPr>
        <p:spPr>
          <a:xfrm>
            <a:off x="4625640" y="974520"/>
            <a:ext cx="272808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sp>
        <p:nvSpPr>
          <p:cNvPr id="1441" name="PlaceHolder 4"/>
          <p:cNvSpPr>
            <a:spLocks noGrp="1"/>
          </p:cNvSpPr>
          <p:nvPr>
            <p:ph type="body"/>
          </p:nvPr>
        </p:nvSpPr>
        <p:spPr>
          <a:xfrm>
            <a:off x="-6120" y="0"/>
            <a:ext cx="4276800" cy="491472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txBody>
          <a:bodyPr lIns="0" rIns="0" tIns="540000" bIns="0" anchor="t">
            <a:noAutofit/>
          </a:bodyPr>
          <a:p>
            <a:pPr marL="181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Inhaltsplatzhalter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181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2" name="PlaceHolder 5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7440" cy="348732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(bearbeiten)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400" spc="-1" strike="noStrike">
                <a:solidFill>
                  <a:srgbClr val="000000"/>
                </a:solidFill>
                <a:latin typeface="Arial"/>
              </a:rPr>
              <a:t>Zweite Ebene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200" spc="-1" strike="noStrike">
                <a:solidFill>
                  <a:srgbClr val="000000"/>
                </a:solidFill>
                <a:latin typeface="Arial"/>
              </a:rPr>
              <a:t>Dritte Ebene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 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 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43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444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445" name="Freihandform: Form 68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</a:gdLst>
                <a:ahLst/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46" name="Freihandform: Form 69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47" name="Freihandform: Form 70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48" name="Freihandform: Form 71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49" name="Freihandform: Form 72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50" name="Freihandform: Form 73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451" name="Freihandform: Form 45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52" name="Freihandform: Form 4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53" name="Freihandform: Form 4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454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455" name="Freihandform: Form 66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56" name="Freihandform: Form 67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457" name="Freihandform: Form 50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458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459" name="Freihandform: Form 6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60" name="Freihandform: Form 6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461" name="Freihandform: Form 52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62" name="Freihandform: Form 5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63" name="Freihandform: Form 5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464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465" name="Freihandform: Form 6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66" name="Freihandform: Form 6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67" name="Freihandform: Form 6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68" name="Freihandform: Form 6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</a:gdLst>
                <a:ahLst/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1469" name="PlaceHolder 6"/>
          <p:cNvSpPr>
            <a:spLocks noGrp="1"/>
          </p:cNvSpPr>
          <p:nvPr>
            <p:ph type="body"/>
          </p:nvPr>
        </p:nvSpPr>
        <p:spPr>
          <a:xfrm>
            <a:off x="4625640" y="1089000"/>
            <a:ext cx="3997440" cy="333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rgbClr val="006ab3"/>
                </a:solidFill>
                <a:latin typeface="Arial"/>
              </a:rPr>
              <a:t>Untertitel (bearbeiten)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83" r:id="rId2"/>
    <p:sldLayoutId id="2147483884" r:id="rId3"/>
    <p:sldLayoutId id="2147483885" r:id="rId4"/>
    <p:sldLayoutId id="2147483886" r:id="rId5"/>
    <p:sldLayoutId id="2147483887" r:id="rId6"/>
    <p:sldLayoutId id="2147483888" r:id="rId7"/>
    <p:sldLayoutId id="2147483889" r:id="rId8"/>
    <p:sldLayoutId id="2147483890" r:id="rId9"/>
    <p:sldLayoutId id="2147483891" r:id="rId10"/>
    <p:sldLayoutId id="2147483892" r:id="rId11"/>
    <p:sldLayoutId id="2147483893" r:id="rId12"/>
    <p:sldLayoutId id="2147483894" r:id="rId13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6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507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08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09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12600">
                <a:lnSpc>
                  <a:spcPct val="100000"/>
                </a:lnSpc>
                <a:spcBef>
                  <a:spcPts val="6"/>
                </a:spcBef>
              </a:pPr>
              <a:r>
                <a:rPr b="1" lang="de-DE" sz="1000" spc="9" strike="noStrike">
                  <a:solidFill>
                    <a:srgbClr val="ffffff"/>
                  </a:solidFill>
                  <a:latin typeface="Arial"/>
                </a:rPr>
                <a:t>hhu.de</a:t>
              </a:r>
              <a:endParaRPr b="0" lang="de-DE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1510" name="Gerader Verbinder 11"/>
          <p:cNvCxnSpPr/>
          <p:nvPr/>
        </p:nvCxnSpPr>
        <p:spPr>
          <a:xfrm>
            <a:off x="521280" y="974520"/>
            <a:ext cx="563508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511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512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513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</a:gdLst>
                <a:ahLst/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14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15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16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17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18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519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20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21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522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523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24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525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526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527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28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529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30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31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532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533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34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35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36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</a:gdLst>
                <a:ahLst/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1537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</a:gdLst>
            <a:ahLst/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538" name="Gruppieren 54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539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40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41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12600">
                <a:lnSpc>
                  <a:spcPct val="100000"/>
                </a:lnSpc>
                <a:spcBef>
                  <a:spcPts val="6"/>
                </a:spcBef>
              </a:pPr>
              <a:r>
                <a:rPr b="1" lang="de-DE" sz="1000" spc="9" strike="noStrike">
                  <a:solidFill>
                    <a:srgbClr val="ffffff"/>
                  </a:solidFill>
                  <a:latin typeface="Arial"/>
                </a:rPr>
                <a:t>hhu.de</a:t>
              </a:r>
              <a:endParaRPr b="0" lang="de-DE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542" name="PlaceHolder 1"/>
          <p:cNvSpPr>
            <a:spLocks noGrp="1"/>
          </p:cNvSpPr>
          <p:nvPr>
            <p:ph type="ftr" idx="31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3" name="PlaceHolder 2"/>
          <p:cNvSpPr>
            <a:spLocks noGrp="1"/>
          </p:cNvSpPr>
          <p:nvPr>
            <p:ph type="sldNum" idx="32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>
              <a:lnSpc>
                <a:spcPct val="100000"/>
              </a:lnSpc>
              <a:buNone/>
              <a:defRPr b="1" lang="de-DE" sz="9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7A02A80-6543-4A7F-8972-A507A669C015}" type="slidenum">
              <a:rPr b="1" lang="de-DE" sz="900" spc="-1" strike="noStrike">
                <a:solidFill>
                  <a:srgbClr val="ffffff"/>
                </a:solidFill>
                <a:latin typeface="Arial"/>
              </a:rPr>
              <a:t>&lt;Foliennummer&gt;</a:t>
            </a:fld>
            <a:endParaRPr b="0" lang="de-D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4" name="PlaceHolder 3"/>
          <p:cNvSpPr>
            <a:spLocks noGrp="1"/>
          </p:cNvSpPr>
          <p:nvPr>
            <p:ph type="title"/>
          </p:nvPr>
        </p:nvSpPr>
        <p:spPr>
          <a:xfrm>
            <a:off x="4625640" y="330840"/>
            <a:ext cx="2727360" cy="4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Inhalt + 2 Bilder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45" name="Gerader Verbinder 47"/>
          <p:cNvCxnSpPr/>
          <p:nvPr/>
        </p:nvCxnSpPr>
        <p:spPr>
          <a:xfrm>
            <a:off x="4625640" y="974520"/>
            <a:ext cx="272808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sp>
        <p:nvSpPr>
          <p:cNvPr id="1546" name="PlaceHolder 4"/>
          <p:cNvSpPr>
            <a:spLocks noGrp="1"/>
          </p:cNvSpPr>
          <p:nvPr>
            <p:ph type="body"/>
          </p:nvPr>
        </p:nvSpPr>
        <p:spPr>
          <a:xfrm>
            <a:off x="0" y="0"/>
            <a:ext cx="4275720" cy="243072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txBody>
          <a:bodyPr lIns="0" rIns="0" tIns="540000" bIns="0" anchor="t">
            <a:noAutofit/>
          </a:bodyPr>
          <a:p>
            <a:pPr marL="181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Inhaltsplatzhalter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181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7" name="PlaceHolder 5"/>
          <p:cNvSpPr>
            <a:spLocks noGrp="1"/>
          </p:cNvSpPr>
          <p:nvPr>
            <p:ph type="body"/>
          </p:nvPr>
        </p:nvSpPr>
        <p:spPr>
          <a:xfrm>
            <a:off x="0" y="2493720"/>
            <a:ext cx="4275720" cy="242064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txBody>
          <a:bodyPr lIns="0" rIns="0" tIns="540000" bIns="0" anchor="t">
            <a:noAutofit/>
          </a:bodyPr>
          <a:p>
            <a:pPr marL="181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Inhaltsplatzhalter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181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8" name="PlaceHolder 6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9960" cy="348732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(bearbeiten)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400" spc="-1" strike="noStrike">
                <a:solidFill>
                  <a:srgbClr val="000000"/>
                </a:solidFill>
                <a:latin typeface="Arial"/>
              </a:rPr>
              <a:t>Zweite Ebene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200" spc="-1" strike="noStrike">
                <a:solidFill>
                  <a:srgbClr val="000000"/>
                </a:solidFill>
                <a:latin typeface="Arial"/>
              </a:rPr>
              <a:t>Dritte Ebene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 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 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549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550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551" name="Freihandform: Form 69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</a:gdLst>
                <a:ahLst/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52" name="Freihandform: Form 70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53" name="Freihandform: Form 71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54" name="Freihandform: Form 72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55" name="Freihandform: Form 73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56" name="Freihandform: Form 74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557" name="Freihandform: Form 45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58" name="Freihandform: Form 46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59" name="Freihandform: Form 49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560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561" name="Freihandform: Form 67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62" name="Freihandform: Form 68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563" name="Freihandform: Form 51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564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565" name="Freihandform: Form 65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66" name="Freihandform: Form 66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567" name="Freihandform: Form 53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68" name="Freihandform: Form 58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69" name="Freihandform: Form 59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570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571" name="Freihandform: Form 61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72" name="Freihandform: Form 62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73" name="Freihandform: Form 63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74" name="Freihandform: Form 64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</a:gdLst>
                <a:ahLst/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1575" name="PlaceHolder 7"/>
          <p:cNvSpPr>
            <a:spLocks noGrp="1"/>
          </p:cNvSpPr>
          <p:nvPr>
            <p:ph type="body"/>
          </p:nvPr>
        </p:nvSpPr>
        <p:spPr>
          <a:xfrm>
            <a:off x="4623120" y="1089000"/>
            <a:ext cx="3999960" cy="333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rgbClr val="006ab3"/>
                </a:solidFill>
                <a:latin typeface="Arial"/>
              </a:rPr>
              <a:t>Untertitel (bearbeiten)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  <p:sldLayoutId id="2147483906" r:id="rId12"/>
    <p:sldLayoutId id="2147483907" r:id="rId13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2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61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1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1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12600">
                <a:lnSpc>
                  <a:spcPct val="100000"/>
                </a:lnSpc>
                <a:spcBef>
                  <a:spcPts val="6"/>
                </a:spcBef>
              </a:pPr>
              <a:r>
                <a:rPr b="1" lang="de-DE" sz="1000" spc="9" strike="noStrike">
                  <a:solidFill>
                    <a:srgbClr val="ffffff"/>
                  </a:solidFill>
                  <a:latin typeface="Arial"/>
                </a:rPr>
                <a:t>hhu.de</a:t>
              </a:r>
              <a:endParaRPr b="0" lang="de-DE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1616" name="Gerader Verbinder 11"/>
          <p:cNvCxnSpPr/>
          <p:nvPr/>
        </p:nvCxnSpPr>
        <p:spPr>
          <a:xfrm>
            <a:off x="521280" y="974520"/>
            <a:ext cx="563508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617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618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619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</a:gdLst>
                <a:ahLst/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20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21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22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23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24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625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6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7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628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629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30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631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632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633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34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635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6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7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638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639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40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41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42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</a:gdLst>
                <a:ahLst/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1643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</a:gdLst>
            <a:ahLst/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2 Bilder (bearbeiten)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5" name="PlaceHolder 2"/>
          <p:cNvSpPr>
            <a:spLocks noGrp="1"/>
          </p:cNvSpPr>
          <p:nvPr>
            <p:ph type="ftr" idx="33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6" name="PlaceHolder 3"/>
          <p:cNvSpPr>
            <a:spLocks noGrp="1"/>
          </p:cNvSpPr>
          <p:nvPr>
            <p:ph type="sldNum" idx="34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>
              <a:lnSpc>
                <a:spcPct val="100000"/>
              </a:lnSpc>
              <a:buNone/>
              <a:defRPr b="1" lang="de-DE" sz="9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6265ED5-E5B3-4B4D-97ED-E3321F2D22D5}" type="slidenum">
              <a:rPr b="1" lang="de-DE" sz="900" spc="-1" strike="noStrike">
                <a:solidFill>
                  <a:srgbClr val="ffffff"/>
                </a:solidFill>
                <a:latin typeface="Arial"/>
              </a:rPr>
              <a:t>&lt;Foliennummer&gt;</a:t>
            </a:fld>
            <a:endParaRPr b="0" lang="de-D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7" name="PlaceHolder 4"/>
          <p:cNvSpPr>
            <a:spLocks noGrp="1"/>
          </p:cNvSpPr>
          <p:nvPr>
            <p:ph type="body"/>
          </p:nvPr>
        </p:nvSpPr>
        <p:spPr>
          <a:xfrm>
            <a:off x="0" y="1422360"/>
            <a:ext cx="4544280" cy="349200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txBody>
          <a:bodyPr lIns="0" rIns="0" tIns="540000" bIns="0" anchor="t">
            <a:noAutofit/>
          </a:bodyPr>
          <a:p>
            <a:pPr marL="181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Inhaltsplatzhalter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181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8" name="PlaceHolder 5"/>
          <p:cNvSpPr>
            <a:spLocks noGrp="1"/>
          </p:cNvSpPr>
          <p:nvPr>
            <p:ph type="body"/>
          </p:nvPr>
        </p:nvSpPr>
        <p:spPr>
          <a:xfrm>
            <a:off x="4599360" y="1422360"/>
            <a:ext cx="4544280" cy="349200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txBody>
          <a:bodyPr lIns="0" rIns="0" tIns="540000" bIns="0" anchor="t">
            <a:noAutofit/>
          </a:bodyPr>
          <a:p>
            <a:pPr marL="181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Inhaltsplatzhalter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181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9" name="PlaceHolder 6"/>
          <p:cNvSpPr>
            <a:spLocks noGrp="1"/>
          </p:cNvSpPr>
          <p:nvPr>
            <p:ph type="body"/>
          </p:nvPr>
        </p:nvSpPr>
        <p:spPr>
          <a:xfrm>
            <a:off x="522360" y="1089000"/>
            <a:ext cx="8100720" cy="333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rgbClr val="006ab3"/>
                </a:solidFill>
                <a:latin typeface="Arial"/>
              </a:rPr>
              <a:t>Untertitel (bearbeiten)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15" r:id="rId8"/>
    <p:sldLayoutId id="2147483916" r:id="rId9"/>
    <p:sldLayoutId id="2147483917" r:id="rId10"/>
    <p:sldLayoutId id="2147483918" r:id="rId11"/>
    <p:sldLayoutId id="2147483919" r:id="rId12"/>
    <p:sldLayoutId id="2147483920" r:id="rId13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6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687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88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89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12600">
                <a:lnSpc>
                  <a:spcPct val="100000"/>
                </a:lnSpc>
                <a:spcBef>
                  <a:spcPts val="6"/>
                </a:spcBef>
              </a:pPr>
              <a:r>
                <a:rPr b="1" lang="de-DE" sz="1000" spc="9" strike="noStrike">
                  <a:solidFill>
                    <a:srgbClr val="ffffff"/>
                  </a:solidFill>
                  <a:latin typeface="Arial"/>
                </a:rPr>
                <a:t>hhu.de</a:t>
              </a:r>
              <a:endParaRPr b="0" lang="de-DE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1690" name="Gerader Verbinder 11"/>
          <p:cNvCxnSpPr/>
          <p:nvPr/>
        </p:nvCxnSpPr>
        <p:spPr>
          <a:xfrm>
            <a:off x="521280" y="974520"/>
            <a:ext cx="563508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691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692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693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</a:gdLst>
                <a:ahLst/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94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95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96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97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98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699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00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01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702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703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04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705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706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707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08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709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0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1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712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713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14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15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16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</a:gdLst>
                <a:ahLst/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1717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</a:gdLst>
            <a:ahLst/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Großes Bild (bearbeiten)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9" name="PlaceHolder 2"/>
          <p:cNvSpPr>
            <a:spLocks noGrp="1"/>
          </p:cNvSpPr>
          <p:nvPr>
            <p:ph type="ftr" idx="35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0" name="PlaceHolder 3"/>
          <p:cNvSpPr>
            <a:spLocks noGrp="1"/>
          </p:cNvSpPr>
          <p:nvPr>
            <p:ph type="sldNum" idx="36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>
              <a:lnSpc>
                <a:spcPct val="100000"/>
              </a:lnSpc>
              <a:buNone/>
              <a:defRPr b="1" lang="de-DE" sz="9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4CE3AA0-2E0C-4C2A-B106-2FD44178EDBE}" type="slidenum">
              <a:rPr b="1" lang="de-DE" sz="900" spc="-1" strike="noStrike">
                <a:solidFill>
                  <a:srgbClr val="ffffff"/>
                </a:solidFill>
                <a:latin typeface="Arial"/>
              </a:rPr>
              <a:t>&lt;Foliennummer&gt;</a:t>
            </a:fld>
            <a:endParaRPr b="0" lang="de-D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1" name="PlaceHolder 4"/>
          <p:cNvSpPr>
            <a:spLocks noGrp="1"/>
          </p:cNvSpPr>
          <p:nvPr>
            <p:ph type="body"/>
          </p:nvPr>
        </p:nvSpPr>
        <p:spPr>
          <a:xfrm>
            <a:off x="0" y="1422360"/>
            <a:ext cx="9143640" cy="349200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txBody>
          <a:bodyPr lIns="0" rIns="0" tIns="540000" bIns="0" anchor="t">
            <a:noAutofit/>
          </a:bodyPr>
          <a:p>
            <a:pPr marL="181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Inhaltsplatzhalter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181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2" name="PlaceHolder 5"/>
          <p:cNvSpPr>
            <a:spLocks noGrp="1"/>
          </p:cNvSpPr>
          <p:nvPr>
            <p:ph type="body"/>
          </p:nvPr>
        </p:nvSpPr>
        <p:spPr>
          <a:xfrm>
            <a:off x="522360" y="1089000"/>
            <a:ext cx="8100720" cy="333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rgbClr val="006ab3"/>
                </a:solidFill>
                <a:latin typeface="Arial"/>
              </a:rPr>
              <a:t>Untertitel (bearbeiten)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22" r:id="rId2"/>
    <p:sldLayoutId id="2147483923" r:id="rId3"/>
    <p:sldLayoutId id="2147483924" r:id="rId4"/>
    <p:sldLayoutId id="2147483925" r:id="rId5"/>
    <p:sldLayoutId id="2147483926" r:id="rId6"/>
    <p:sldLayoutId id="2147483927" r:id="rId7"/>
    <p:sldLayoutId id="2147483928" r:id="rId8"/>
    <p:sldLayoutId id="2147483929" r:id="rId9"/>
    <p:sldLayoutId id="2147483930" r:id="rId10"/>
    <p:sldLayoutId id="2147483931" r:id="rId11"/>
    <p:sldLayoutId id="2147483932" r:id="rId12"/>
    <p:sldLayoutId id="2147483933" r:id="rId13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9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760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61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62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12600">
                <a:lnSpc>
                  <a:spcPct val="100000"/>
                </a:lnSpc>
                <a:spcBef>
                  <a:spcPts val="6"/>
                </a:spcBef>
              </a:pPr>
              <a:r>
                <a:rPr b="1" lang="de-DE" sz="1000" spc="9" strike="noStrike">
                  <a:solidFill>
                    <a:srgbClr val="ffffff"/>
                  </a:solidFill>
                  <a:latin typeface="Arial"/>
                </a:rPr>
                <a:t>hhu.de</a:t>
              </a:r>
              <a:endParaRPr b="0" lang="de-DE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1763" name="Gerader Verbinder 11"/>
          <p:cNvCxnSpPr/>
          <p:nvPr/>
        </p:nvCxnSpPr>
        <p:spPr>
          <a:xfrm>
            <a:off x="521280" y="974520"/>
            <a:ext cx="563508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764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765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766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</a:gdLst>
                <a:ahLst/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67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68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69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70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71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772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73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74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775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776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77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778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779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780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81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782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83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84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785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786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87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88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89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</a:gdLst>
                <a:ahLst/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1790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</a:gdLst>
            <a:ahLst/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791" name="Gruppieren 49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792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93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94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12600">
                <a:lnSpc>
                  <a:spcPct val="100000"/>
                </a:lnSpc>
                <a:spcBef>
                  <a:spcPts val="6"/>
                </a:spcBef>
              </a:pPr>
              <a:r>
                <a:rPr b="1" lang="de-DE" sz="1000" spc="9" strike="noStrike">
                  <a:solidFill>
                    <a:srgbClr val="ffffff"/>
                  </a:solidFill>
                  <a:latin typeface="Arial"/>
                </a:rPr>
                <a:t>hhu.de</a:t>
              </a:r>
              <a:endParaRPr b="0" lang="de-DE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795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936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algn="r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Kapiteltrenner (bearbeiten)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6" name="Grafik 11"/>
          <p:cNvSpPr/>
          <p:nvPr/>
        </p:nvSpPr>
        <p:spPr>
          <a:xfrm>
            <a:off x="0" y="0"/>
            <a:ext cx="3731760" cy="4914720"/>
          </a:xfrm>
          <a:custGeom>
            <a:avLst/>
            <a:gdLst>
              <a:gd name="textAreaLeft" fmla="*/ 0 w 3731760"/>
              <a:gd name="textAreaRight" fmla="*/ 3732120 w 3731760"/>
              <a:gd name="textAreaTop" fmla="*/ 0 h 4914720"/>
              <a:gd name="textAreaBottom" fmla="*/ 4915080 h 4914720"/>
            </a:gdLst>
            <a:ahLst/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7" name="PlaceHolder 2"/>
          <p:cNvSpPr>
            <a:spLocks noGrp="1"/>
          </p:cNvSpPr>
          <p:nvPr>
            <p:ph type="ftr" idx="37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8" name="PlaceHolder 3"/>
          <p:cNvSpPr>
            <a:spLocks noGrp="1"/>
          </p:cNvSpPr>
          <p:nvPr>
            <p:ph type="sldNum" idx="38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>
              <a:lnSpc>
                <a:spcPct val="100000"/>
              </a:lnSpc>
              <a:buNone/>
              <a:defRPr b="1" lang="de-DE" sz="9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70452FC-E798-4807-A4A9-085AD1D314B8}" type="slidenum">
              <a:rPr b="1" lang="de-DE" sz="900" spc="-1" strike="noStrike">
                <a:solidFill>
                  <a:srgbClr val="ffffff"/>
                </a:solidFill>
                <a:latin typeface="Arial"/>
              </a:rPr>
              <a:t>&lt;Foliennummer&gt;</a:t>
            </a:fld>
            <a:endParaRPr b="0" lang="de-DE" sz="9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799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800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801" name="Freihandform: Form 65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</a:gdLst>
                <a:ahLst/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02" name="Freihandform: Form 66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03" name="Freihandform: Form 67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04" name="Freihandform: Form 68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05" name="Freihandform: Form 69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06" name="Freihandform: Form 70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807" name="Freihandform: Form 43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08" name="Freihandform: Form 44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09" name="Freihandform: Form 45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810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811" name="Freihandform: Form 63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12" name="Freihandform: Form 64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813" name="Freihandform: Form 47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814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815" name="Freihandform: Form 61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16" name="Freihandform: Form 62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817" name="Freihandform: Form 53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18" name="Freihandform: Form 54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19" name="Freihandform: Form 55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820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821" name="Freihandform: Form 57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22" name="Freihandform: Form 58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23" name="Freihandform: Form 59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24" name="Freihandform: Form 60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</a:gdLst>
                <a:ahLst/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1825" name="PlaceHolder 4"/>
          <p:cNvSpPr>
            <a:spLocks noGrp="1"/>
          </p:cNvSpPr>
          <p:nvPr>
            <p:ph type="body"/>
          </p:nvPr>
        </p:nvSpPr>
        <p:spPr>
          <a:xfrm>
            <a:off x="5794920" y="40032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rgbClr val="000000"/>
                </a:solidFill>
                <a:latin typeface="Arial"/>
              </a:rPr>
              <a:t>Logo gleichberechtigter Kooperationspartner (z.B. Partneruniversität). Bei Nichtbedarf löschen!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6" name="PlaceHolder 5"/>
          <p:cNvSpPr>
            <a:spLocks noGrp="1"/>
          </p:cNvSpPr>
          <p:nvPr>
            <p:ph type="body"/>
          </p:nvPr>
        </p:nvSpPr>
        <p:spPr>
          <a:xfrm>
            <a:off x="3843720" y="39456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rgbClr val="000000"/>
                </a:solidFill>
                <a:latin typeface="Arial"/>
              </a:rPr>
              <a:t>Logo gleichberechtigter Kooperationspartner (z.B. Partneruniversität). Bei Nichtbedarf löschen!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7" name="PlaceHolder 6"/>
          <p:cNvSpPr>
            <a:spLocks noGrp="1"/>
          </p:cNvSpPr>
          <p:nvPr>
            <p:ph type="body"/>
          </p:nvPr>
        </p:nvSpPr>
        <p:spPr>
          <a:xfrm>
            <a:off x="5370840" y="415116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rgbClr val="000000"/>
                </a:solidFill>
                <a:latin typeface="Arial"/>
              </a:rPr>
              <a:t>Sekundärlogo (z.B. Institut, Forschungsgruppe, o.Ä.). Bei Nichtbedarf löschen!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8" name="PlaceHolder 7"/>
          <p:cNvSpPr>
            <a:spLocks noGrp="1"/>
          </p:cNvSpPr>
          <p:nvPr>
            <p:ph type="body"/>
          </p:nvPr>
        </p:nvSpPr>
        <p:spPr>
          <a:xfrm>
            <a:off x="3654360" y="415188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rgbClr val="000000"/>
                </a:solidFill>
                <a:latin typeface="Arial"/>
              </a:rPr>
              <a:t>Sekundärlogo (z.B. Institut, Forschungsgruppe, o.Ä.). Bei Nichtbedarf löschen!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9" name="PlaceHolder 8"/>
          <p:cNvSpPr>
            <a:spLocks noGrp="1"/>
          </p:cNvSpPr>
          <p:nvPr>
            <p:ph type="body"/>
          </p:nvPr>
        </p:nvSpPr>
        <p:spPr>
          <a:xfrm>
            <a:off x="7087320" y="415116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rgbClr val="000000"/>
                </a:solidFill>
                <a:latin typeface="Arial"/>
              </a:rPr>
              <a:t>Sekundärlogo (z.B. Institut, Forschungsgruppe, o.Ä.). Bei Nichtbedarf löschen!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35" r:id="rId3"/>
    <p:sldLayoutId id="2147483936" r:id="rId4"/>
    <p:sldLayoutId id="2147483937" r:id="rId5"/>
    <p:sldLayoutId id="2147483938" r:id="rId6"/>
    <p:sldLayoutId id="2147483939" r:id="rId7"/>
    <p:sldLayoutId id="2147483940" r:id="rId8"/>
    <p:sldLayoutId id="2147483941" r:id="rId9"/>
    <p:sldLayoutId id="2147483942" r:id="rId10"/>
    <p:sldLayoutId id="2147483943" r:id="rId11"/>
    <p:sldLayoutId id="2147483944" r:id="rId12"/>
    <p:sldLayoutId id="2147483945" r:id="rId13"/>
    <p:sldLayoutId id="2147483946" r:id="rId14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6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867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68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69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12600">
                <a:lnSpc>
                  <a:spcPct val="100000"/>
                </a:lnSpc>
                <a:spcBef>
                  <a:spcPts val="6"/>
                </a:spcBef>
              </a:pPr>
              <a:r>
                <a:rPr b="1" lang="de-DE" sz="1000" spc="9" strike="noStrike">
                  <a:solidFill>
                    <a:srgbClr val="ffffff"/>
                  </a:solidFill>
                  <a:latin typeface="Arial"/>
                </a:rPr>
                <a:t>hhu.de</a:t>
              </a:r>
              <a:endParaRPr b="0" lang="de-DE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1870" name="Gerader Verbinder 11"/>
          <p:cNvCxnSpPr/>
          <p:nvPr/>
        </p:nvCxnSpPr>
        <p:spPr>
          <a:xfrm>
            <a:off x="521280" y="974520"/>
            <a:ext cx="563508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871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872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873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</a:gdLst>
                <a:ahLst/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74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75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76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77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78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879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80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81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882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883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84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885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886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887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88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889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90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91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892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893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94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95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96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</a:gdLst>
                <a:ahLst/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1897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</a:gdLst>
            <a:ahLst/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898" name="Gruppieren 49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899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00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01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12600">
                <a:lnSpc>
                  <a:spcPct val="100000"/>
                </a:lnSpc>
                <a:spcBef>
                  <a:spcPts val="6"/>
                </a:spcBef>
              </a:pPr>
              <a:r>
                <a:rPr b="1" lang="de-DE" sz="1000" spc="9" strike="noStrike">
                  <a:solidFill>
                    <a:srgbClr val="ffffff"/>
                  </a:solidFill>
                  <a:latin typeface="Arial"/>
                </a:rPr>
                <a:t>hhu.de</a:t>
              </a:r>
              <a:endParaRPr b="0" lang="de-DE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902" name="PlaceHolder 1"/>
          <p:cNvSpPr>
            <a:spLocks noGrp="1"/>
          </p:cNvSpPr>
          <p:nvPr>
            <p:ph type="title"/>
          </p:nvPr>
        </p:nvSpPr>
        <p:spPr>
          <a:xfrm>
            <a:off x="2887200" y="3034440"/>
            <a:ext cx="57348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algn="r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Kapiteltrenner (bearbeiten)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3" name="PlaceHolder 2"/>
          <p:cNvSpPr>
            <a:spLocks noGrp="1"/>
          </p:cNvSpPr>
          <p:nvPr>
            <p:ph type="ftr" idx="39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4" name="PlaceHolder 3"/>
          <p:cNvSpPr>
            <a:spLocks noGrp="1"/>
          </p:cNvSpPr>
          <p:nvPr>
            <p:ph type="sldNum" idx="40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>
              <a:lnSpc>
                <a:spcPct val="100000"/>
              </a:lnSpc>
              <a:buNone/>
              <a:defRPr b="1" lang="de-DE" sz="9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80FFAF1-AB2B-4FCA-9709-14CEDA29D35B}" type="slidenum">
              <a:rPr b="1" lang="de-DE" sz="900" spc="-1" strike="noStrike">
                <a:solidFill>
                  <a:srgbClr val="ffffff"/>
                </a:solidFill>
                <a:latin typeface="Arial"/>
              </a:rPr>
              <a:t>&lt;Foliennummer&gt;</a:t>
            </a:fld>
            <a:endParaRPr b="0" lang="de-DE" sz="9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905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906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907" name="Freihandform: Form 65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</a:gdLst>
                <a:ahLst/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08" name="Freihandform: Form 66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09" name="Freihandform: Form 67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10" name="Freihandform: Form 68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11" name="Freihandform: Form 69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12" name="Freihandform: Form 70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913" name="Freihandform: Form 43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14" name="Freihandform: Form 44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15" name="Freihandform: Form 45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916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917" name="Freihandform: Form 63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18" name="Freihandform: Form 64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919" name="Freihandform: Form 47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920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921" name="Freihandform: Form 61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22" name="Freihandform: Form 62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923" name="Freihandform: Form 53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24" name="Freihandform: Form 54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25" name="Freihandform: Form 55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926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927" name="Freihandform: Form 57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28" name="Freihandform: Form 58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29" name="Freihandform: Form 59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30" name="Freihandform: Form 60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</a:gdLst>
                <a:ahLst/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1931" name="PlaceHolder 4"/>
          <p:cNvSpPr>
            <a:spLocks noGrp="1"/>
          </p:cNvSpPr>
          <p:nvPr>
            <p:ph type="body"/>
          </p:nvPr>
        </p:nvSpPr>
        <p:spPr>
          <a:xfrm>
            <a:off x="4193280" y="39492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rgbClr val="000000"/>
                </a:solidFill>
                <a:latin typeface="Arial"/>
              </a:rPr>
              <a:t>Logo gleichberechtigter Kooperationspartner (z.B. Partneruniversität). Bei Nichtbedarf löschen!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2" name="PlaceHolder 5"/>
          <p:cNvSpPr>
            <a:spLocks noGrp="1"/>
          </p:cNvSpPr>
          <p:nvPr>
            <p:ph type="body"/>
          </p:nvPr>
        </p:nvSpPr>
        <p:spPr>
          <a:xfrm>
            <a:off x="533160" y="39492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rgbClr val="000000"/>
                </a:solidFill>
                <a:latin typeface="Arial"/>
              </a:rPr>
              <a:t>Logo gleichberechtigter Kooperationspartner (z.B. Partneruniversität). Bei Nichtbedarf löschen!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3" name="PlaceHolder 6"/>
          <p:cNvSpPr>
            <a:spLocks noGrp="1"/>
          </p:cNvSpPr>
          <p:nvPr>
            <p:ph type="body"/>
          </p:nvPr>
        </p:nvSpPr>
        <p:spPr>
          <a:xfrm>
            <a:off x="5370840" y="415116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rgbClr val="000000"/>
                </a:solidFill>
                <a:latin typeface="Arial"/>
              </a:rPr>
              <a:t>Sekundärlogo (z.B. Institut, Forschungsgruppe, o.Ä.). Bei Nichtbedarf löschen!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4" name="PlaceHolder 7"/>
          <p:cNvSpPr>
            <a:spLocks noGrp="1"/>
          </p:cNvSpPr>
          <p:nvPr>
            <p:ph type="body"/>
          </p:nvPr>
        </p:nvSpPr>
        <p:spPr>
          <a:xfrm>
            <a:off x="3654360" y="415188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rgbClr val="000000"/>
                </a:solidFill>
                <a:latin typeface="Arial"/>
              </a:rPr>
              <a:t>Sekundärlogo (z.B. Institut, Forschungsgruppe, o.Ä.). Bei Nichtbedarf löschen!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5" name="PlaceHolder 8"/>
          <p:cNvSpPr>
            <a:spLocks noGrp="1"/>
          </p:cNvSpPr>
          <p:nvPr>
            <p:ph type="body"/>
          </p:nvPr>
        </p:nvSpPr>
        <p:spPr>
          <a:xfrm>
            <a:off x="7087320" y="415116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rgbClr val="000000"/>
                </a:solidFill>
                <a:latin typeface="Arial"/>
              </a:rPr>
              <a:t>Sekundärlogo (z.B. Institut, Forschungsgruppe, o.Ä.). Bei Nichtbedarf löschen!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48" r:id="rId2"/>
    <p:sldLayoutId id="2147483949" r:id="rId3"/>
    <p:sldLayoutId id="2147483950" r:id="rId4"/>
    <p:sldLayoutId id="2147483951" r:id="rId5"/>
    <p:sldLayoutId id="2147483952" r:id="rId6"/>
    <p:sldLayoutId id="2147483953" r:id="rId7"/>
    <p:sldLayoutId id="2147483954" r:id="rId8"/>
    <p:sldLayoutId id="2147483955" r:id="rId9"/>
    <p:sldLayoutId id="2147483956" r:id="rId10"/>
    <p:sldLayoutId id="2147483957" r:id="rId11"/>
    <p:sldLayoutId id="2147483958" r:id="rId12"/>
    <p:sldLayoutId id="2147483959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2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97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7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7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12600">
                <a:lnSpc>
                  <a:spcPct val="100000"/>
                </a:lnSpc>
                <a:spcBef>
                  <a:spcPts val="6"/>
                </a:spcBef>
              </a:pPr>
              <a:r>
                <a:rPr b="1" lang="de-DE" sz="1000" spc="9" strike="noStrike">
                  <a:solidFill>
                    <a:srgbClr val="ffffff"/>
                  </a:solidFill>
                  <a:latin typeface="Arial"/>
                </a:rPr>
                <a:t>hhu.de</a:t>
              </a:r>
              <a:endParaRPr b="0" lang="de-DE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1976" name="Gerader Verbinder 11"/>
          <p:cNvCxnSpPr/>
          <p:nvPr/>
        </p:nvCxnSpPr>
        <p:spPr>
          <a:xfrm>
            <a:off x="521280" y="974520"/>
            <a:ext cx="563508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977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978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979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</a:gdLst>
                <a:ahLst/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80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81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82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83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84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985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86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87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988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989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90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991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992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993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94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995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96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97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998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999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00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01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02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</a:gdLst>
                <a:ahLst/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2003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</a:gdLst>
            <a:ahLst/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004" name="Gruppieren 49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2005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06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07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12600">
                <a:lnSpc>
                  <a:spcPct val="100000"/>
                </a:lnSpc>
                <a:spcBef>
                  <a:spcPts val="6"/>
                </a:spcBef>
              </a:pPr>
              <a:r>
                <a:rPr b="1" lang="de-DE" sz="1000" spc="9" strike="noStrike">
                  <a:solidFill>
                    <a:srgbClr val="ffffff"/>
                  </a:solidFill>
                  <a:latin typeface="Arial"/>
                </a:rPr>
                <a:t>hhu.de</a:t>
              </a:r>
              <a:endParaRPr b="0" lang="de-DE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008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algn="r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Kapiteltrenner (bearbeiten)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9" name="PlaceHolder 2"/>
          <p:cNvSpPr>
            <a:spLocks noGrp="1"/>
          </p:cNvSpPr>
          <p:nvPr>
            <p:ph type="ftr" idx="41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0" name="PlaceHolder 3"/>
          <p:cNvSpPr>
            <a:spLocks noGrp="1"/>
          </p:cNvSpPr>
          <p:nvPr>
            <p:ph type="sldNum" idx="42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>
              <a:lnSpc>
                <a:spcPct val="100000"/>
              </a:lnSpc>
              <a:buNone/>
              <a:defRPr b="1" lang="de-DE" sz="9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23C2BBD-B7DC-4809-A005-BB592F6C9388}" type="slidenum">
              <a:rPr b="1" lang="de-DE" sz="900" spc="-1" strike="noStrike">
                <a:solidFill>
                  <a:srgbClr val="ffffff"/>
                </a:solidFill>
                <a:latin typeface="Arial"/>
              </a:rPr>
              <a:t>&lt;Foliennummer&gt;</a:t>
            </a:fld>
            <a:endParaRPr b="0" lang="de-DE" sz="9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2011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2012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2013" name="Freihandform: Form 65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</a:gdLst>
                <a:ahLst/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14" name="Freihandform: Form 66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15" name="Freihandform: Form 67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16" name="Freihandform: Form 68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17" name="Freihandform: Form 69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18" name="Freihandform: Form 70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2019" name="Freihandform: Form 43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20" name="Freihandform: Form 44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21" name="Freihandform: Form 45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2022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2023" name="Freihandform: Form 63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24" name="Freihandform: Form 64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2025" name="Freihandform: Form 47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2026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2027" name="Freihandform: Form 61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28" name="Freihandform: Form 62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2029" name="Freihandform: Form 53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30" name="Freihandform: Form 54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31" name="Freihandform: Form 55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pPr>
                <a:lnSpc>
                  <a:spcPct val="100000"/>
                </a:lnSpc>
              </a:pPr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2032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2033" name="Freihandform: Form 57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34" name="Freihandform: Form 58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35" name="Freihandform: Form 59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36" name="Freihandform: Form 60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</a:gdLst>
                <a:ahLst/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2037" name="PlaceHolder 4"/>
          <p:cNvSpPr>
            <a:spLocks noGrp="1"/>
          </p:cNvSpPr>
          <p:nvPr>
            <p:ph type="body"/>
          </p:nvPr>
        </p:nvSpPr>
        <p:spPr>
          <a:xfrm>
            <a:off x="4193280" y="39492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rgbClr val="000000"/>
                </a:solidFill>
                <a:latin typeface="Arial"/>
              </a:rPr>
              <a:t>Logo gleichberechtigter Kooperationspartner (z.B. Partneruniversität). Bei Nichtbedarf löschen!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8" name="PlaceHolder 5"/>
          <p:cNvSpPr>
            <a:spLocks noGrp="1"/>
          </p:cNvSpPr>
          <p:nvPr>
            <p:ph type="body"/>
          </p:nvPr>
        </p:nvSpPr>
        <p:spPr>
          <a:xfrm>
            <a:off x="533160" y="39492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rgbClr val="000000"/>
                </a:solidFill>
                <a:latin typeface="Arial"/>
              </a:rPr>
              <a:t>Logo gleichberechtigter Kooperationspartner (z.B. Partneruniversität). Bei Nichtbedarf löschen!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9" name="PlaceHolder 6"/>
          <p:cNvSpPr>
            <a:spLocks noGrp="1"/>
          </p:cNvSpPr>
          <p:nvPr>
            <p:ph type="body"/>
          </p:nvPr>
        </p:nvSpPr>
        <p:spPr>
          <a:xfrm>
            <a:off x="5370840" y="415116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rgbClr val="000000"/>
                </a:solidFill>
                <a:latin typeface="Arial"/>
              </a:rPr>
              <a:t>Sekundärlogo (z.B. Institut, Forschungsgruppe, o.Ä.). Bei Nichtbedarf löschen!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0" name="PlaceHolder 7"/>
          <p:cNvSpPr>
            <a:spLocks noGrp="1"/>
          </p:cNvSpPr>
          <p:nvPr>
            <p:ph type="body"/>
          </p:nvPr>
        </p:nvSpPr>
        <p:spPr>
          <a:xfrm>
            <a:off x="3654360" y="415188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rgbClr val="000000"/>
                </a:solidFill>
                <a:latin typeface="Arial"/>
              </a:rPr>
              <a:t>Sekundärlogo (z.B. Institut, Forschungsgruppe, o.Ä.). Bei Nichtbedarf löschen!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1" name="PlaceHolder 8"/>
          <p:cNvSpPr>
            <a:spLocks noGrp="1"/>
          </p:cNvSpPr>
          <p:nvPr>
            <p:ph type="body"/>
          </p:nvPr>
        </p:nvSpPr>
        <p:spPr>
          <a:xfrm>
            <a:off x="7087320" y="4151160"/>
            <a:ext cx="1528560" cy="58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rgbClr val="000000"/>
                </a:solidFill>
                <a:latin typeface="Arial"/>
              </a:rPr>
              <a:t>Sekundärlogo (z.B. Institut, Forschungsgruppe, o.Ä.). Bei Nichtbedarf löschen!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2" name="PlaceHolder 9"/>
          <p:cNvSpPr>
            <a:spLocks noGrp="1"/>
          </p:cNvSpPr>
          <p:nvPr>
            <p:ph type="body"/>
          </p:nvPr>
        </p:nvSpPr>
        <p:spPr>
          <a:xfrm>
            <a:off x="0" y="1422360"/>
            <a:ext cx="3491640" cy="349200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txBody>
          <a:bodyPr lIns="0" rIns="0" tIns="540000" bIns="0" anchor="t">
            <a:noAutofit/>
          </a:bodyPr>
          <a:p>
            <a:pPr marL="181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Inhaltsplatzhalter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181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61" r:id="rId2"/>
    <p:sldLayoutId id="2147483962" r:id="rId3"/>
    <p:sldLayoutId id="2147483963" r:id="rId4"/>
    <p:sldLayoutId id="2147483964" r:id="rId5"/>
    <p:sldLayoutId id="2147483965" r:id="rId6"/>
    <p:sldLayoutId id="2147483966" r:id="rId7"/>
    <p:sldLayoutId id="2147483967" r:id="rId8"/>
    <p:sldLayoutId id="2147483968" r:id="rId9"/>
    <p:sldLayoutId id="2147483969" r:id="rId10"/>
    <p:sldLayoutId id="2147483970" r:id="rId11"/>
    <p:sldLayoutId id="2147483971" r:id="rId12"/>
    <p:sldLayoutId id="2147483972" r:id="rId13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9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2080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81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82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12600">
                <a:lnSpc>
                  <a:spcPct val="100000"/>
                </a:lnSpc>
                <a:spcBef>
                  <a:spcPts val="6"/>
                </a:spcBef>
              </a:pPr>
              <a:r>
                <a:rPr b="1" lang="de-DE" sz="1000" spc="9" strike="noStrike">
                  <a:solidFill>
                    <a:srgbClr val="ffffff"/>
                  </a:solidFill>
                  <a:latin typeface="Arial"/>
                </a:rPr>
                <a:t>hhu.de</a:t>
              </a:r>
              <a:endParaRPr b="0" lang="de-DE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2083" name="Gerader Verbinder 11"/>
          <p:cNvCxnSpPr/>
          <p:nvPr/>
        </p:nvCxnSpPr>
        <p:spPr>
          <a:xfrm>
            <a:off x="521280" y="974520"/>
            <a:ext cx="563508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2084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2085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2086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</a:gdLst>
                <a:ahLst/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87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88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</a:gdLst>
                <a:ahLst/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89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90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91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2092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93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94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2095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2096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97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2098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2099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2100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101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2102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03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04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</a:gdLst>
              <a:ahLst/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endParaRPr b="0" lang="de-DE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2105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2106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</a:gdLst>
                <a:ah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" bIns="-3240" anchor="ctr">
                <a:noAutofit/>
              </a:bodyPr>
              <a:p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107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</a:gdLst>
                <a:ah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40" bIns="-1440" anchor="ctr">
                <a:noAutofit/>
              </a:bodyPr>
              <a:p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108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</a:gdLst>
                <a:ah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360" bIns="18360" anchor="ctr">
                <a:noAutofit/>
              </a:bodyPr>
              <a:p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109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</a:gdLst>
                <a:ahLst/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de-DE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2110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</a:gdLst>
            <a:ahLst/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de-DE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Inhalt ohne Untertitel (bearbeiten)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2" name="PlaceHolder 2"/>
          <p:cNvSpPr>
            <a:spLocks noGrp="1"/>
          </p:cNvSpPr>
          <p:nvPr>
            <p:ph type="ftr" idx="43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3" name="PlaceHolder 3"/>
          <p:cNvSpPr>
            <a:spLocks noGrp="1"/>
          </p:cNvSpPr>
          <p:nvPr>
            <p:ph type="sldNum" idx="44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>
              <a:lnSpc>
                <a:spcPct val="100000"/>
              </a:lnSpc>
              <a:buNone/>
              <a:defRPr b="1" lang="de-DE" sz="9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830F6BE-CF61-4358-86E3-334DA9636CA6}" type="slidenum">
              <a:rPr b="1" lang="de-DE" sz="900" spc="-1" strike="noStrike">
                <a:solidFill>
                  <a:srgbClr val="ffffff"/>
                </a:solidFill>
                <a:latin typeface="Arial"/>
              </a:rPr>
              <a:t>&lt;Foliennummer&gt;</a:t>
            </a:fld>
            <a:endParaRPr b="0" lang="de-D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4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8096040" cy="3492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(bearbeiten)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400" spc="-1" strike="noStrike">
                <a:solidFill>
                  <a:srgbClr val="000000"/>
                </a:solidFill>
                <a:latin typeface="Arial"/>
              </a:rPr>
              <a:t>Zweite Ebene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200" spc="-1" strike="noStrike">
                <a:solidFill>
                  <a:srgbClr val="000000"/>
                </a:solidFill>
                <a:latin typeface="Arial"/>
              </a:rPr>
              <a:t>Dritte Ebene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 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 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Text bearbeiten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  <p:sldLayoutId id="2147483984" r:id="rId12"/>
    <p:sldLayoutId id="2147483985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7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9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2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5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7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9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3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5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7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9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4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3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5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7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89.xml"/><Relationship Id="rId2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Setup der Virtual Machine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8" name="PlaceHolder 2"/>
          <p:cNvSpPr>
            <a:spLocks noGrp="1"/>
          </p:cNvSpPr>
          <p:nvPr>
            <p:ph type="ftr" idx="48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9" name="PlaceHolder 3"/>
          <p:cNvSpPr>
            <a:spLocks noGrp="1"/>
          </p:cNvSpPr>
          <p:nvPr>
            <p:ph/>
          </p:nvPr>
        </p:nvSpPr>
        <p:spPr>
          <a:xfrm>
            <a:off x="521640" y="1422360"/>
            <a:ext cx="8096040" cy="3492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Ubuntu 20.04.2 auf Oracle VirtualBox eingerichtet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Für Experiment nötige Software eingerichtet (Qemu 4.2.1, Redis 6.2.6, Nginx 1.20.0)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Kernel 5.4.44 gedownloadet und mithilfe der Patch File aus dem Repo Kernel gepatched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Kernel kompiliert und als Boot Kernel eingerichtet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601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64A72E5-5809-43E5-BCAF-BA586C50612C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Kernel Page Table Isolation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1" name="PlaceHolder 2"/>
          <p:cNvSpPr>
            <a:spLocks noGrp="1"/>
          </p:cNvSpPr>
          <p:nvPr>
            <p:ph type="ftr" idx="49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2" name="PlaceHolder 3"/>
          <p:cNvSpPr>
            <a:spLocks noGrp="1"/>
          </p:cNvSpPr>
          <p:nvPr>
            <p:ph/>
          </p:nvPr>
        </p:nvSpPr>
        <p:spPr>
          <a:xfrm>
            <a:off x="521640" y="1422360"/>
            <a:ext cx="8096040" cy="3492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Experimente im Paper wurden jeweils mit und ohne KPTI ausgeführt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601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B47D7EB6-5782-4270-A9E7-172491548B41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Inhalt (bearbeiten)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4" name="PlaceHolder 2"/>
          <p:cNvSpPr>
            <a:spLocks noGrp="1"/>
          </p:cNvSpPr>
          <p:nvPr>
            <p:ph type="ftr" idx="50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5" name="PlaceHolder 3"/>
          <p:cNvSpPr>
            <a:spLocks noGrp="1"/>
          </p:cNvSpPr>
          <p:nvPr>
            <p:ph/>
          </p:nvPr>
        </p:nvSpPr>
        <p:spPr>
          <a:xfrm>
            <a:off x="521640" y="1422360"/>
            <a:ext cx="8100720" cy="3492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Inhalt Ebene 1 (bearbeiten)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400" spc="-1" strike="noStrike">
                <a:solidFill>
                  <a:srgbClr val="000000"/>
                </a:solidFill>
                <a:latin typeface="Arial"/>
              </a:rPr>
              <a:t>Ebene 2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200" spc="-1" strike="noStrike">
                <a:solidFill>
                  <a:srgbClr val="000000"/>
                </a:solidFill>
                <a:latin typeface="Arial"/>
              </a:rPr>
              <a:t>Ebene 3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601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6" name="PlaceHolder 4"/>
          <p:cNvSpPr>
            <a:spLocks noGrp="1"/>
          </p:cNvSpPr>
          <p:nvPr>
            <p:ph/>
          </p:nvPr>
        </p:nvSpPr>
        <p:spPr>
          <a:xfrm>
            <a:off x="522360" y="1089000"/>
            <a:ext cx="8100720" cy="333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rgbClr val="006ab3"/>
                </a:solidFill>
                <a:latin typeface="Arial"/>
              </a:rPr>
              <a:t>Untertitel (bearbeiten)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38D454-6FD1-4648-A854-8C80A9831F03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Title + Inhalt (groß) (bearbeiten)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8" name="PlaceHolder 2"/>
          <p:cNvSpPr>
            <a:spLocks noGrp="1"/>
          </p:cNvSpPr>
          <p:nvPr>
            <p:ph type="ftr" idx="51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9" name="PlaceHolder 3"/>
          <p:cNvSpPr>
            <a:spLocks noGrp="1"/>
          </p:cNvSpPr>
          <p:nvPr>
            <p:ph/>
          </p:nvPr>
        </p:nvSpPr>
        <p:spPr>
          <a:xfrm>
            <a:off x="521640" y="1545840"/>
            <a:ext cx="8100720" cy="331128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Inhalt Ebene 1 (bearbeiten)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Ebene 2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3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0" name="PlaceHolder 4"/>
          <p:cNvSpPr>
            <a:spLocks noGrp="1"/>
          </p:cNvSpPr>
          <p:nvPr>
            <p:ph/>
          </p:nvPr>
        </p:nvSpPr>
        <p:spPr>
          <a:xfrm>
            <a:off x="522360" y="1089000"/>
            <a:ext cx="8100720" cy="333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2400" spc="-1" strike="noStrike">
                <a:solidFill>
                  <a:srgbClr val="006ab3"/>
                </a:solidFill>
                <a:latin typeface="Arial"/>
              </a:rPr>
              <a:t>Untertitel (bearbeiten)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5B6D782-C6A5-483C-9038-EAC14D038B2C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Zwei Inhalte ohne Untertitel (bearbeiten)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2" name="PlaceHolder 2"/>
          <p:cNvSpPr>
            <a:spLocks noGrp="1"/>
          </p:cNvSpPr>
          <p:nvPr>
            <p:ph type="ftr" idx="52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3" name="PlaceHolder 3"/>
          <p:cNvSpPr>
            <a:spLocks noGrp="1"/>
          </p:cNvSpPr>
          <p:nvPr>
            <p:ph/>
          </p:nvPr>
        </p:nvSpPr>
        <p:spPr>
          <a:xfrm>
            <a:off x="521640" y="1422360"/>
            <a:ext cx="3941280" cy="342396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Inhalt Ebene 1 (bearbeiten)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400" spc="-1" strike="noStrike">
                <a:solidFill>
                  <a:srgbClr val="000000"/>
                </a:solidFill>
                <a:latin typeface="Arial"/>
              </a:rPr>
              <a:t>Ebene 2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200" spc="-1" strike="noStrike">
                <a:solidFill>
                  <a:srgbClr val="000000"/>
                </a:solidFill>
                <a:latin typeface="Arial"/>
              </a:rPr>
              <a:t>Ebene 3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601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4" name="PlaceHolder 4"/>
          <p:cNvSpPr>
            <a:spLocks noGrp="1"/>
          </p:cNvSpPr>
          <p:nvPr>
            <p:ph/>
          </p:nvPr>
        </p:nvSpPr>
        <p:spPr>
          <a:xfrm>
            <a:off x="4680000" y="1422360"/>
            <a:ext cx="3943080" cy="342396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Inhalt Ebene 1 (bearbeiten)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400" spc="-1" strike="noStrike">
                <a:solidFill>
                  <a:srgbClr val="000000"/>
                </a:solidFill>
                <a:latin typeface="Arial"/>
              </a:rPr>
              <a:t>Ebene 2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200" spc="-1" strike="noStrike">
                <a:solidFill>
                  <a:srgbClr val="000000"/>
                </a:solidFill>
                <a:latin typeface="Arial"/>
              </a:rPr>
              <a:t>Ebene 3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601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7365F19F-5331-45CD-9BA2-85FF6AD5D170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Zwei Inhalte (bearbeiten)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6" name="PlaceHolder 2"/>
          <p:cNvSpPr>
            <a:spLocks noGrp="1"/>
          </p:cNvSpPr>
          <p:nvPr>
            <p:ph type="ftr" idx="53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7" name="PlaceHolder 3"/>
          <p:cNvSpPr>
            <a:spLocks noGrp="1"/>
          </p:cNvSpPr>
          <p:nvPr>
            <p:ph/>
          </p:nvPr>
        </p:nvSpPr>
        <p:spPr>
          <a:xfrm>
            <a:off x="521640" y="1422360"/>
            <a:ext cx="3941280" cy="3492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Inhalt Ebene 1 (bearbeiten)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400" spc="-1" strike="noStrike">
                <a:solidFill>
                  <a:srgbClr val="000000"/>
                </a:solidFill>
                <a:latin typeface="Arial"/>
              </a:rPr>
              <a:t>Ebene 2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200" spc="-1" strike="noStrike">
                <a:solidFill>
                  <a:srgbClr val="000000"/>
                </a:solidFill>
                <a:latin typeface="Arial"/>
              </a:rPr>
              <a:t>Ebene 3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8" name="PlaceHolder 4"/>
          <p:cNvSpPr>
            <a:spLocks noGrp="1"/>
          </p:cNvSpPr>
          <p:nvPr>
            <p:ph/>
          </p:nvPr>
        </p:nvSpPr>
        <p:spPr>
          <a:xfrm>
            <a:off x="4680000" y="1422360"/>
            <a:ext cx="3936600" cy="3492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Inhalt Ebene 1 (bearbeiten)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400" spc="-1" strike="noStrike">
                <a:solidFill>
                  <a:srgbClr val="000000"/>
                </a:solidFill>
                <a:latin typeface="Arial"/>
              </a:rPr>
              <a:t>Ebene 2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200" spc="-1" strike="noStrike">
                <a:solidFill>
                  <a:srgbClr val="000000"/>
                </a:solidFill>
                <a:latin typeface="Arial"/>
              </a:rPr>
              <a:t>Ebene 3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9" name="PlaceHolder 5"/>
          <p:cNvSpPr>
            <a:spLocks noGrp="1"/>
          </p:cNvSpPr>
          <p:nvPr>
            <p:ph/>
          </p:nvPr>
        </p:nvSpPr>
        <p:spPr>
          <a:xfrm>
            <a:off x="522360" y="1089000"/>
            <a:ext cx="3936600" cy="333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rgbClr val="006ab3"/>
                </a:solidFill>
                <a:latin typeface="Arial"/>
              </a:rPr>
              <a:t>Untertitel (bearbeiten)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0" name="PlaceHolder 6"/>
          <p:cNvSpPr>
            <a:spLocks noGrp="1"/>
          </p:cNvSpPr>
          <p:nvPr>
            <p:ph/>
          </p:nvPr>
        </p:nvSpPr>
        <p:spPr>
          <a:xfrm>
            <a:off x="4686480" y="1089000"/>
            <a:ext cx="3936600" cy="333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rgbClr val="006ab3"/>
                </a:solidFill>
                <a:latin typeface="Arial"/>
              </a:rPr>
              <a:t>Untertitel (bearbeiten)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7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6F0999C-E671-4C9E-83BB-00D06B85BCF3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Diagramme (bearbeiten)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2" name="PlaceHolder 2"/>
          <p:cNvSpPr>
            <a:spLocks noGrp="1"/>
          </p:cNvSpPr>
          <p:nvPr>
            <p:ph type="ftr" idx="54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9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2183" name="Inhaltsplatzhalter 18"/>
          <p:cNvGraphicFramePr/>
          <p:nvPr/>
        </p:nvGraphicFramePr>
        <p:xfrm>
          <a:off x="522360" y="1422360"/>
          <a:ext cx="8100720" cy="349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184" name="PlaceHolder 3"/>
          <p:cNvSpPr>
            <a:spLocks noGrp="1"/>
          </p:cNvSpPr>
          <p:nvPr>
            <p:ph/>
          </p:nvPr>
        </p:nvSpPr>
        <p:spPr>
          <a:xfrm>
            <a:off x="522360" y="1089000"/>
            <a:ext cx="8100720" cy="333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rgbClr val="006ab3"/>
                </a:solidFill>
                <a:latin typeface="Arial"/>
              </a:rPr>
              <a:t>Untertitel (bearbeiten)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C8C00B15-4A7E-49CC-AAA7-2B88C8A0F1C1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Tabellen 1 (bearbeiten)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6" name="PlaceHolder 2"/>
          <p:cNvSpPr>
            <a:spLocks noGrp="1"/>
          </p:cNvSpPr>
          <p:nvPr>
            <p:ph type="ftr" idx="55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7" name="PlaceHolder 3"/>
          <p:cNvSpPr>
            <a:spLocks noGrp="1"/>
          </p:cNvSpPr>
          <p:nvPr>
            <p:ph/>
          </p:nvPr>
        </p:nvSpPr>
        <p:spPr>
          <a:xfrm>
            <a:off x="6031080" y="1422360"/>
            <a:ext cx="2590560" cy="3492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Inhalt Ebene 1 (bearbeiten)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400" spc="-1" strike="noStrike">
                <a:solidFill>
                  <a:srgbClr val="000000"/>
                </a:solidFill>
                <a:latin typeface="Arial"/>
              </a:rPr>
              <a:t>Ebene 2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200" spc="-1" strike="noStrike">
                <a:solidFill>
                  <a:srgbClr val="000000"/>
                </a:solidFill>
                <a:latin typeface="Arial"/>
              </a:rPr>
              <a:t>Ebene 3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188" name="Inhaltsplatzhalter 11"/>
          <p:cNvGraphicFramePr/>
          <p:nvPr/>
        </p:nvGraphicFramePr>
        <p:xfrm>
          <a:off x="522360" y="1422360"/>
          <a:ext cx="5310000" cy="3240360"/>
        </p:xfrm>
        <a:graphic>
          <a:graphicData uri="http://schemas.openxmlformats.org/drawingml/2006/table">
            <a:tbl>
              <a:tblPr/>
              <a:tblGrid>
                <a:gridCol w="1062000"/>
                <a:gridCol w="1062000"/>
                <a:gridCol w="1062000"/>
                <a:gridCol w="1062000"/>
                <a:gridCol w="1062000"/>
              </a:tblGrid>
              <a:tr h="405000"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de-DE" sz="1400" spc="-1" strike="noStrike">
                          <a:solidFill>
                            <a:srgbClr val="006ab3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28080">
                      <a:solidFill>
                        <a:srgbClr val="006ab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de-DE" sz="1400" spc="-1" strike="noStrike">
                          <a:solidFill>
                            <a:srgbClr val="006ab3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28080">
                      <a:solidFill>
                        <a:srgbClr val="006ab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de-DE" sz="1400" spc="-1" strike="noStrike">
                          <a:solidFill>
                            <a:srgbClr val="006ab3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28080">
                      <a:solidFill>
                        <a:srgbClr val="006ab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de-DE" sz="1400" spc="-1" strike="noStrike">
                          <a:solidFill>
                            <a:srgbClr val="006ab3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28080">
                      <a:solidFill>
                        <a:srgbClr val="006ab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de-DE" sz="1400" spc="-1" strike="noStrike">
                          <a:solidFill>
                            <a:srgbClr val="006ab3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28080">
                      <a:solidFill>
                        <a:srgbClr val="006ab3"/>
                      </a:solidFill>
                      <a:prstDash val="solid"/>
                    </a:lnB>
                    <a:noFill/>
                  </a:tcPr>
                </a:tc>
              </a:tr>
              <a:tr h="405000"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28080">
                      <a:solidFill>
                        <a:srgbClr val="006ab3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28080">
                      <a:solidFill>
                        <a:srgbClr val="006ab3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28080">
                      <a:solidFill>
                        <a:srgbClr val="006ab3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28080">
                      <a:solidFill>
                        <a:srgbClr val="006ab3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28080">
                      <a:solidFill>
                        <a:srgbClr val="006ab3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noFill/>
                  </a:tcPr>
                </a:tc>
              </a:tr>
              <a:tr h="405000"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405000"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noFill/>
                  </a:tcPr>
                </a:tc>
              </a:tr>
              <a:tr h="405000"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405000"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noFill/>
                  </a:tcPr>
                </a:tc>
              </a:tr>
              <a:tr h="405000"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405000"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89" name="PlaceHolder 4"/>
          <p:cNvSpPr>
            <a:spLocks noGrp="1"/>
          </p:cNvSpPr>
          <p:nvPr>
            <p:ph/>
          </p:nvPr>
        </p:nvSpPr>
        <p:spPr>
          <a:xfrm>
            <a:off x="522360" y="1089000"/>
            <a:ext cx="8100720" cy="333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rgbClr val="006ab3"/>
                </a:solidFill>
                <a:latin typeface="Arial"/>
              </a:rPr>
              <a:t>Untertitel (bearbeiten)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2BD6673-841F-4880-8E79-68D77306EA0A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Tabellen 2 (bearbeiten)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1" name="PlaceHolder 2"/>
          <p:cNvSpPr>
            <a:spLocks noGrp="1"/>
          </p:cNvSpPr>
          <p:nvPr>
            <p:ph type="ftr" idx="56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2" name="PlaceHolder 3"/>
          <p:cNvSpPr>
            <a:spLocks noGrp="1"/>
          </p:cNvSpPr>
          <p:nvPr>
            <p:ph/>
          </p:nvPr>
        </p:nvSpPr>
        <p:spPr>
          <a:xfrm>
            <a:off x="521640" y="1422360"/>
            <a:ext cx="2590560" cy="3492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Inhalt Ebene 1 (bearbeiten)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400" spc="-1" strike="noStrike">
                <a:solidFill>
                  <a:srgbClr val="000000"/>
                </a:solidFill>
                <a:latin typeface="Arial"/>
              </a:rPr>
              <a:t>Ebene 2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200" spc="-1" strike="noStrike">
                <a:solidFill>
                  <a:srgbClr val="000000"/>
                </a:solidFill>
                <a:latin typeface="Arial"/>
              </a:rPr>
              <a:t>Ebene 3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193" name="Inhaltsplatzhalter 11"/>
          <p:cNvGraphicFramePr/>
          <p:nvPr/>
        </p:nvGraphicFramePr>
        <p:xfrm>
          <a:off x="3311640" y="1422360"/>
          <a:ext cx="5311440" cy="3240360"/>
        </p:xfrm>
        <a:graphic>
          <a:graphicData uri="http://schemas.openxmlformats.org/drawingml/2006/table">
            <a:tbl>
              <a:tblPr/>
              <a:tblGrid>
                <a:gridCol w="1062000"/>
                <a:gridCol w="1062000"/>
                <a:gridCol w="1062000"/>
                <a:gridCol w="1062000"/>
                <a:gridCol w="1062000"/>
              </a:tblGrid>
              <a:tr h="405000"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de-DE" sz="1400" spc="-1" strike="noStrike">
                          <a:solidFill>
                            <a:srgbClr val="006ab3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006ab3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28080">
                      <a:solidFill>
                        <a:srgbClr val="006ab3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405000"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de-DE" sz="1400" spc="-1" strike="noStrike">
                          <a:solidFill>
                            <a:srgbClr val="006ab3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006ab3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28080">
                      <a:solidFill>
                        <a:srgbClr val="006ab3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405000"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de-DE" sz="1400" spc="-1" strike="noStrike">
                          <a:solidFill>
                            <a:srgbClr val="006ab3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006ab3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28080">
                      <a:solidFill>
                        <a:srgbClr val="006ab3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405000"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de-DE" sz="1400" spc="-1" strike="noStrike">
                          <a:solidFill>
                            <a:srgbClr val="006ab3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006ab3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28080">
                      <a:solidFill>
                        <a:srgbClr val="006ab3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405000"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de-DE" sz="1400" spc="-1" strike="noStrike">
                          <a:solidFill>
                            <a:srgbClr val="006ab3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006ab3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28080">
                      <a:solidFill>
                        <a:srgbClr val="006ab3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405000"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de-DE" sz="1400" spc="-1" strike="noStrike">
                          <a:solidFill>
                            <a:srgbClr val="006ab3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006ab3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28080">
                      <a:solidFill>
                        <a:srgbClr val="006ab3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405000"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de-DE" sz="1400" spc="-1" strike="noStrike">
                          <a:solidFill>
                            <a:srgbClr val="006ab3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006ab3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28080">
                      <a:solidFill>
                        <a:srgbClr val="006ab3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6480">
                      <a:solidFill>
                        <a:srgbClr val="b5cbd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405000"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de-DE" sz="1400" spc="-1" strike="noStrike">
                          <a:solidFill>
                            <a:srgbClr val="006ab3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28080">
                      <a:solidFill>
                        <a:srgbClr val="006ab3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28080">
                      <a:solidFill>
                        <a:srgbClr val="006ab3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6480">
                      <a:solidFill>
                        <a:srgbClr val="b5cbd6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Lorem</a:t>
                      </a:r>
                      <a:endParaRPr b="0" lang="de-D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8400" marR="68400">
                    <a:lnL w="6480">
                      <a:solidFill>
                        <a:srgbClr val="b5cbd6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b5cbd6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194" name="PlaceHolder 4"/>
          <p:cNvSpPr>
            <a:spLocks noGrp="1"/>
          </p:cNvSpPr>
          <p:nvPr>
            <p:ph/>
          </p:nvPr>
        </p:nvSpPr>
        <p:spPr>
          <a:xfrm>
            <a:off x="522360" y="1089000"/>
            <a:ext cx="8100720" cy="333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rgbClr val="006ab3"/>
                </a:solidFill>
                <a:latin typeface="Arial"/>
              </a:rPr>
              <a:t>Untertitel (bearbeiten)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78A0E919-C469-4CBB-BFA2-1837A529298E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Vier Inhalte (bearbeiten)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6" name="PlaceHolder 2"/>
          <p:cNvSpPr>
            <a:spLocks noGrp="1"/>
          </p:cNvSpPr>
          <p:nvPr>
            <p:ph type="ftr" idx="57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7" name="PlaceHolder 3"/>
          <p:cNvSpPr>
            <a:spLocks noGrp="1"/>
          </p:cNvSpPr>
          <p:nvPr>
            <p:ph/>
          </p:nvPr>
        </p:nvSpPr>
        <p:spPr>
          <a:xfrm>
            <a:off x="522360" y="1422360"/>
            <a:ext cx="3941280" cy="1638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Inhalt Ebene 1 (bearbeiten)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400" spc="-1" strike="noStrike">
                <a:solidFill>
                  <a:srgbClr val="000000"/>
                </a:solidFill>
                <a:latin typeface="Arial"/>
              </a:rPr>
              <a:t>Ebene 2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200" spc="-1" strike="noStrike">
                <a:solidFill>
                  <a:srgbClr val="000000"/>
                </a:solidFill>
                <a:latin typeface="Arial"/>
              </a:rPr>
              <a:t>Ebene 3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8" name="PlaceHolder 4"/>
          <p:cNvSpPr>
            <a:spLocks noGrp="1"/>
          </p:cNvSpPr>
          <p:nvPr>
            <p:ph/>
          </p:nvPr>
        </p:nvSpPr>
        <p:spPr>
          <a:xfrm>
            <a:off x="4680000" y="1422360"/>
            <a:ext cx="3941280" cy="1638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Inhalt Ebene 1 (bearbeiten)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400" spc="-1" strike="noStrike">
                <a:solidFill>
                  <a:srgbClr val="000000"/>
                </a:solidFill>
                <a:latin typeface="Arial"/>
              </a:rPr>
              <a:t>Ebene 2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200" spc="-1" strike="noStrike">
                <a:solidFill>
                  <a:srgbClr val="000000"/>
                </a:solidFill>
                <a:latin typeface="Arial"/>
              </a:rPr>
              <a:t>Ebene 3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9" name="PlaceHolder 5"/>
          <p:cNvSpPr>
            <a:spLocks noGrp="1"/>
          </p:cNvSpPr>
          <p:nvPr>
            <p:ph/>
          </p:nvPr>
        </p:nvSpPr>
        <p:spPr>
          <a:xfrm>
            <a:off x="522360" y="3187800"/>
            <a:ext cx="3941280" cy="1638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Inhalt Ebene 1 (bearbeiten)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400" spc="-1" strike="noStrike">
                <a:solidFill>
                  <a:srgbClr val="000000"/>
                </a:solidFill>
                <a:latin typeface="Arial"/>
              </a:rPr>
              <a:t>Ebene 2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200" spc="-1" strike="noStrike">
                <a:solidFill>
                  <a:srgbClr val="000000"/>
                </a:solidFill>
                <a:latin typeface="Arial"/>
              </a:rPr>
              <a:t>Ebene 3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0" name="PlaceHolder 6"/>
          <p:cNvSpPr>
            <a:spLocks noGrp="1"/>
          </p:cNvSpPr>
          <p:nvPr>
            <p:ph/>
          </p:nvPr>
        </p:nvSpPr>
        <p:spPr>
          <a:xfrm>
            <a:off x="4680000" y="3187800"/>
            <a:ext cx="3943080" cy="1638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Inhalt Ebene 1 (bearbeiten)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400" spc="-1" strike="noStrike">
                <a:solidFill>
                  <a:srgbClr val="000000"/>
                </a:solidFill>
                <a:latin typeface="Arial"/>
              </a:rPr>
              <a:t>Ebene 2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200" spc="-1" strike="noStrike">
                <a:solidFill>
                  <a:srgbClr val="000000"/>
                </a:solidFill>
                <a:latin typeface="Arial"/>
              </a:rPr>
              <a:t>Ebene 3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1" name="PlaceHolder 7"/>
          <p:cNvSpPr>
            <a:spLocks noGrp="1"/>
          </p:cNvSpPr>
          <p:nvPr>
            <p:ph/>
          </p:nvPr>
        </p:nvSpPr>
        <p:spPr>
          <a:xfrm>
            <a:off x="522360" y="1089000"/>
            <a:ext cx="8100720" cy="333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rgbClr val="006ab3"/>
                </a:solidFill>
                <a:latin typeface="Arial"/>
              </a:rPr>
              <a:t>Untertitel (bearbeiten)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388D4D64-01BC-47E7-AD19-0D3F1232E774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Viel Text (bearbeiten)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3" name="PlaceHolder 2"/>
          <p:cNvSpPr>
            <a:spLocks noGrp="1"/>
          </p:cNvSpPr>
          <p:nvPr>
            <p:ph type="ftr" idx="58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4" name="PlaceHolder 3"/>
          <p:cNvSpPr>
            <a:spLocks noGrp="1"/>
          </p:cNvSpPr>
          <p:nvPr>
            <p:ph/>
          </p:nvPr>
        </p:nvSpPr>
        <p:spPr>
          <a:xfrm>
            <a:off x="522360" y="1422360"/>
            <a:ext cx="3941280" cy="3492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Inhalt Ebene 1 (bearbeiten)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400" spc="-1" strike="noStrike">
                <a:solidFill>
                  <a:srgbClr val="000000"/>
                </a:solidFill>
                <a:latin typeface="Arial"/>
              </a:rPr>
              <a:t>Ebene 2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200" spc="-1" strike="noStrike">
                <a:solidFill>
                  <a:srgbClr val="000000"/>
                </a:solidFill>
                <a:latin typeface="Arial"/>
              </a:rPr>
              <a:t>Ebene 3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5" name="PlaceHolder 4"/>
          <p:cNvSpPr>
            <a:spLocks noGrp="1"/>
          </p:cNvSpPr>
          <p:nvPr>
            <p:ph/>
          </p:nvPr>
        </p:nvSpPr>
        <p:spPr>
          <a:xfrm>
            <a:off x="4680000" y="1422360"/>
            <a:ext cx="3943080" cy="3492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Inhalt Ebene 1 (bearbeiten)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400" spc="-1" strike="noStrike">
                <a:solidFill>
                  <a:srgbClr val="000000"/>
                </a:solidFill>
                <a:latin typeface="Arial"/>
              </a:rPr>
              <a:t>Ebene 2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200" spc="-1" strike="noStrike">
                <a:solidFill>
                  <a:srgbClr val="000000"/>
                </a:solidFill>
                <a:latin typeface="Arial"/>
              </a:rPr>
              <a:t>Ebene 3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601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6" name="PlaceHolder 5"/>
          <p:cNvSpPr>
            <a:spLocks noGrp="1"/>
          </p:cNvSpPr>
          <p:nvPr>
            <p:ph/>
          </p:nvPr>
        </p:nvSpPr>
        <p:spPr>
          <a:xfrm>
            <a:off x="522360" y="1089000"/>
            <a:ext cx="8100720" cy="333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rgbClr val="006ab3"/>
                </a:solidFill>
                <a:latin typeface="Arial"/>
              </a:rPr>
              <a:t>Untertitel (bearbeiten)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F1A0ED57-F428-4148-BD5C-E1A529835425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PlaceHolder 1"/>
          <p:cNvSpPr>
            <a:spLocks noGrp="1"/>
          </p:cNvSpPr>
          <p:nvPr>
            <p:ph type="ftr" idx="59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8" name="PlaceHolder 2"/>
          <p:cNvSpPr>
            <a:spLocks noGrp="1"/>
          </p:cNvSpPr>
          <p:nvPr>
            <p:ph type="title"/>
          </p:nvPr>
        </p:nvSpPr>
        <p:spPr>
          <a:xfrm>
            <a:off x="4464000" y="330840"/>
            <a:ext cx="2889000" cy="4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Inhalt + Kopf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9" name="PlaceHolder 3"/>
          <p:cNvSpPr>
            <a:spLocks noGrp="1"/>
          </p:cNvSpPr>
          <p:nvPr>
            <p:ph/>
          </p:nvPr>
        </p:nvSpPr>
        <p:spPr>
          <a:xfrm>
            <a:off x="4464000" y="1422360"/>
            <a:ext cx="4368600" cy="3492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Inhalt Ebene 1 (bearbeiten)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400" spc="-1" strike="noStrike">
                <a:solidFill>
                  <a:srgbClr val="000000"/>
                </a:solidFill>
                <a:latin typeface="Arial"/>
              </a:rPr>
              <a:t>Ebene 2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200" spc="-1" strike="noStrike">
                <a:solidFill>
                  <a:srgbClr val="000000"/>
                </a:solidFill>
                <a:latin typeface="Arial"/>
              </a:rPr>
              <a:t>Ebene 3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0" name="PlaceHolder 4"/>
          <p:cNvSpPr>
            <a:spLocks noGrp="1"/>
          </p:cNvSpPr>
          <p:nvPr>
            <p:ph/>
          </p:nvPr>
        </p:nvSpPr>
        <p:spPr>
          <a:xfrm>
            <a:off x="4464000" y="1089000"/>
            <a:ext cx="4158720" cy="333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rgbClr val="006ab3"/>
                </a:solidFill>
                <a:latin typeface="Arial"/>
              </a:rPr>
              <a:t>Untertitel (bearbeiten)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DE02BAD5-F683-4698-ACEC-151F2E761BE2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Inhalt + Bild rechts (bearbeiten)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2" name="PlaceHolder 2"/>
          <p:cNvSpPr>
            <a:spLocks noGrp="1"/>
          </p:cNvSpPr>
          <p:nvPr>
            <p:ph type="ftr" idx="60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3" name="PlaceHolder 3"/>
          <p:cNvSpPr>
            <a:spLocks noGrp="1"/>
          </p:cNvSpPr>
          <p:nvPr>
            <p:ph/>
          </p:nvPr>
        </p:nvSpPr>
        <p:spPr>
          <a:xfrm>
            <a:off x="4625640" y="1422360"/>
            <a:ext cx="4518000" cy="349200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txBody>
          <a:bodyPr lIns="0" rIns="0" tIns="540000" bIns="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4" name="PlaceHolder 4"/>
          <p:cNvSpPr>
            <a:spLocks noGrp="1"/>
          </p:cNvSpPr>
          <p:nvPr>
            <p:ph/>
          </p:nvPr>
        </p:nvSpPr>
        <p:spPr>
          <a:xfrm>
            <a:off x="521640" y="1422360"/>
            <a:ext cx="3754080" cy="3492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Inhalt Ebene 1 (bearbeiten)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400" spc="-1" strike="noStrike">
                <a:solidFill>
                  <a:srgbClr val="000000"/>
                </a:solidFill>
                <a:latin typeface="Arial"/>
              </a:rPr>
              <a:t>Ebene 2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200" spc="-1" strike="noStrike">
                <a:solidFill>
                  <a:srgbClr val="000000"/>
                </a:solidFill>
                <a:latin typeface="Arial"/>
              </a:rPr>
              <a:t>Ebene 3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5" name="PlaceHolder 5"/>
          <p:cNvSpPr>
            <a:spLocks noGrp="1"/>
          </p:cNvSpPr>
          <p:nvPr>
            <p:ph/>
          </p:nvPr>
        </p:nvSpPr>
        <p:spPr>
          <a:xfrm>
            <a:off x="522360" y="1089000"/>
            <a:ext cx="8100720" cy="333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rgbClr val="006ab3"/>
                </a:solidFill>
                <a:latin typeface="Arial"/>
              </a:rPr>
              <a:t>Untertitel (bearbeiten)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5CDE460C-71FC-4700-9860-7036A15A4FCF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Inhalt + 2 Bilder rechts (bearbeiten)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7" name="PlaceHolder 2"/>
          <p:cNvSpPr>
            <a:spLocks noGrp="1"/>
          </p:cNvSpPr>
          <p:nvPr>
            <p:ph type="ftr" idx="61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8" name="PlaceHolder 3"/>
          <p:cNvSpPr>
            <a:spLocks noGrp="1"/>
          </p:cNvSpPr>
          <p:nvPr>
            <p:ph/>
          </p:nvPr>
        </p:nvSpPr>
        <p:spPr>
          <a:xfrm>
            <a:off x="4625640" y="1422360"/>
            <a:ext cx="2241720" cy="349200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txBody>
          <a:bodyPr lIns="0" rIns="0" tIns="540000" bIns="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9" name="PlaceHolder 4"/>
          <p:cNvSpPr>
            <a:spLocks noGrp="1"/>
          </p:cNvSpPr>
          <p:nvPr>
            <p:ph/>
          </p:nvPr>
        </p:nvSpPr>
        <p:spPr>
          <a:xfrm>
            <a:off x="6921000" y="1422360"/>
            <a:ext cx="2222640" cy="349200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txBody>
          <a:bodyPr lIns="0" rIns="0" tIns="540000" bIns="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0" name="PlaceHolder 5"/>
          <p:cNvSpPr>
            <a:spLocks noGrp="1"/>
          </p:cNvSpPr>
          <p:nvPr>
            <p:ph/>
          </p:nvPr>
        </p:nvSpPr>
        <p:spPr>
          <a:xfrm>
            <a:off x="522360" y="1422360"/>
            <a:ext cx="3754080" cy="3492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Inhalt Ebene 1 (bearbeiten)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400" spc="-1" strike="noStrike">
                <a:solidFill>
                  <a:srgbClr val="000000"/>
                </a:solidFill>
                <a:latin typeface="Arial"/>
              </a:rPr>
              <a:t>Ebene 2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200" spc="-1" strike="noStrike">
                <a:solidFill>
                  <a:srgbClr val="000000"/>
                </a:solidFill>
                <a:latin typeface="Arial"/>
              </a:rPr>
              <a:t>Ebene 3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1" name="PlaceHolder 6"/>
          <p:cNvSpPr>
            <a:spLocks noGrp="1"/>
          </p:cNvSpPr>
          <p:nvPr>
            <p:ph/>
          </p:nvPr>
        </p:nvSpPr>
        <p:spPr>
          <a:xfrm>
            <a:off x="522360" y="1089000"/>
            <a:ext cx="8100720" cy="333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rgbClr val="006ab3"/>
                </a:solidFill>
                <a:latin typeface="Arial"/>
              </a:rPr>
              <a:t>Untertitel (bearbeiten)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7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54D69837-197D-4AC1-8DE8-80FCF50E5318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" name="PlaceHolder 1"/>
          <p:cNvSpPr>
            <a:spLocks noGrp="1"/>
          </p:cNvSpPr>
          <p:nvPr>
            <p:ph type="ftr" idx="62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3" name="PlaceHolder 2"/>
          <p:cNvSpPr>
            <a:spLocks noGrp="1"/>
          </p:cNvSpPr>
          <p:nvPr>
            <p:ph type="title"/>
          </p:nvPr>
        </p:nvSpPr>
        <p:spPr>
          <a:xfrm>
            <a:off x="4625640" y="330840"/>
            <a:ext cx="2727360" cy="4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Inhalt + Bild links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4" name="PlaceHolder 3"/>
          <p:cNvSpPr>
            <a:spLocks noGrp="1"/>
          </p:cNvSpPr>
          <p:nvPr>
            <p:ph/>
          </p:nvPr>
        </p:nvSpPr>
        <p:spPr>
          <a:xfrm>
            <a:off x="-6120" y="0"/>
            <a:ext cx="4276800" cy="491472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txBody>
          <a:bodyPr lIns="0" rIns="0" tIns="540000" bIns="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5" name="PlaceHolder 4"/>
          <p:cNvSpPr>
            <a:spLocks noGrp="1"/>
          </p:cNvSpPr>
          <p:nvPr>
            <p:ph/>
          </p:nvPr>
        </p:nvSpPr>
        <p:spPr>
          <a:xfrm>
            <a:off x="4625640" y="1422360"/>
            <a:ext cx="3997440" cy="348732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Inhalt Ebene 1 (bearbeiten)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400" spc="-1" strike="noStrike">
                <a:solidFill>
                  <a:srgbClr val="000000"/>
                </a:solidFill>
                <a:latin typeface="Arial"/>
              </a:rPr>
              <a:t>Ebene 2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200" spc="-1" strike="noStrike">
                <a:solidFill>
                  <a:srgbClr val="000000"/>
                </a:solidFill>
                <a:latin typeface="Arial"/>
              </a:rPr>
              <a:t>Ebene 3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6" name="PlaceHolder 5"/>
          <p:cNvSpPr>
            <a:spLocks noGrp="1"/>
          </p:cNvSpPr>
          <p:nvPr>
            <p:ph/>
          </p:nvPr>
        </p:nvSpPr>
        <p:spPr>
          <a:xfrm>
            <a:off x="4625640" y="1089000"/>
            <a:ext cx="3997440" cy="333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rgbClr val="006ab3"/>
                </a:solidFill>
                <a:latin typeface="Arial"/>
              </a:rPr>
              <a:t>Untertitel (bearbeiten)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2AA09768-648B-4C68-BA07-915AF5923CA6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" name="PlaceHolder 1"/>
          <p:cNvSpPr>
            <a:spLocks noGrp="1"/>
          </p:cNvSpPr>
          <p:nvPr>
            <p:ph type="ftr" idx="63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8" name="PlaceHolder 2"/>
          <p:cNvSpPr>
            <a:spLocks noGrp="1"/>
          </p:cNvSpPr>
          <p:nvPr>
            <p:ph type="title"/>
          </p:nvPr>
        </p:nvSpPr>
        <p:spPr>
          <a:xfrm>
            <a:off x="4625640" y="330840"/>
            <a:ext cx="2727360" cy="4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Inhalt + Bild links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9" name="PlaceHolder 3"/>
          <p:cNvSpPr>
            <a:spLocks noGrp="1"/>
          </p:cNvSpPr>
          <p:nvPr>
            <p:ph/>
          </p:nvPr>
        </p:nvSpPr>
        <p:spPr>
          <a:xfrm>
            <a:off x="0" y="0"/>
            <a:ext cx="4275720" cy="243072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txBody>
          <a:bodyPr lIns="0" rIns="0" tIns="540000" bIns="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0" name="PlaceHolder 4"/>
          <p:cNvSpPr>
            <a:spLocks noGrp="1"/>
          </p:cNvSpPr>
          <p:nvPr>
            <p:ph/>
          </p:nvPr>
        </p:nvSpPr>
        <p:spPr>
          <a:xfrm>
            <a:off x="0" y="2493720"/>
            <a:ext cx="4275720" cy="242064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txBody>
          <a:bodyPr lIns="0" rIns="0" tIns="540000" bIns="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1" name="PlaceHolder 5"/>
          <p:cNvSpPr>
            <a:spLocks noGrp="1"/>
          </p:cNvSpPr>
          <p:nvPr>
            <p:ph/>
          </p:nvPr>
        </p:nvSpPr>
        <p:spPr>
          <a:xfrm>
            <a:off x="4625640" y="1422360"/>
            <a:ext cx="3999960" cy="348732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Inhalt Ebene 1 (bearbeiten)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7468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400" spc="-1" strike="noStrike">
                <a:solidFill>
                  <a:srgbClr val="000000"/>
                </a:solidFill>
                <a:latin typeface="Arial"/>
              </a:rPr>
              <a:t>Ebene 2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lvl="2" marL="808200" indent="-26676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b="0" lang="de-DE" sz="1200" spc="-1" strike="noStrike">
                <a:solidFill>
                  <a:srgbClr val="000000"/>
                </a:solidFill>
                <a:latin typeface="Arial"/>
              </a:rPr>
              <a:t>Ebene 3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b="0" lang="de-DE" sz="1600" spc="-1" strike="noStrike">
                <a:solidFill>
                  <a:srgbClr val="000000"/>
                </a:solidFill>
                <a:latin typeface="Arial"/>
              </a:rPr>
              <a:t>Ebene 1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2" name="PlaceHolder 6"/>
          <p:cNvSpPr>
            <a:spLocks noGrp="1"/>
          </p:cNvSpPr>
          <p:nvPr>
            <p:ph/>
          </p:nvPr>
        </p:nvSpPr>
        <p:spPr>
          <a:xfrm>
            <a:off x="4623120" y="1089000"/>
            <a:ext cx="3999960" cy="333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rgbClr val="006ab3"/>
                </a:solidFill>
                <a:latin typeface="Arial"/>
              </a:rPr>
              <a:t>Untertitel (bearbeiten)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7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3447A4E8-B234-418E-BAB3-1506D8D79A02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2 Bilder (bearbeiten)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4" name="PlaceHolder 2"/>
          <p:cNvSpPr>
            <a:spLocks noGrp="1"/>
          </p:cNvSpPr>
          <p:nvPr>
            <p:ph type="ftr" idx="64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5" name="PlaceHolder 3"/>
          <p:cNvSpPr>
            <a:spLocks noGrp="1"/>
          </p:cNvSpPr>
          <p:nvPr>
            <p:ph/>
          </p:nvPr>
        </p:nvSpPr>
        <p:spPr>
          <a:xfrm>
            <a:off x="0" y="1422360"/>
            <a:ext cx="4544280" cy="349200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txBody>
          <a:bodyPr lIns="0" rIns="0" tIns="540000" bIns="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6" name="PlaceHolder 4"/>
          <p:cNvSpPr>
            <a:spLocks noGrp="1"/>
          </p:cNvSpPr>
          <p:nvPr>
            <p:ph/>
          </p:nvPr>
        </p:nvSpPr>
        <p:spPr>
          <a:xfrm>
            <a:off x="4599360" y="1422360"/>
            <a:ext cx="4544280" cy="349200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txBody>
          <a:bodyPr lIns="0" rIns="0" tIns="540000" bIns="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7" name="PlaceHolder 5"/>
          <p:cNvSpPr>
            <a:spLocks noGrp="1"/>
          </p:cNvSpPr>
          <p:nvPr>
            <p:ph/>
          </p:nvPr>
        </p:nvSpPr>
        <p:spPr>
          <a:xfrm>
            <a:off x="522360" y="1089000"/>
            <a:ext cx="8100720" cy="333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rgbClr val="006ab3"/>
                </a:solidFill>
                <a:latin typeface="Arial"/>
              </a:rPr>
              <a:t>Untertitel (bearbeiten)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45B2D644-E8A9-4B6D-9122-83A863B1C91B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Bild groß (bearbeiten)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9" name="PlaceHolder 2"/>
          <p:cNvSpPr>
            <a:spLocks noGrp="1"/>
          </p:cNvSpPr>
          <p:nvPr>
            <p:ph type="ftr" idx="65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0" name="PlaceHolder 3"/>
          <p:cNvSpPr>
            <a:spLocks noGrp="1"/>
          </p:cNvSpPr>
          <p:nvPr>
            <p:ph/>
          </p:nvPr>
        </p:nvSpPr>
        <p:spPr>
          <a:xfrm>
            <a:off x="0" y="1422360"/>
            <a:ext cx="9143640" cy="349200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txBody>
          <a:bodyPr lIns="0" rIns="0" tIns="540000" bIns="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1" name="PlaceHolder 4"/>
          <p:cNvSpPr>
            <a:spLocks noGrp="1"/>
          </p:cNvSpPr>
          <p:nvPr>
            <p:ph/>
          </p:nvPr>
        </p:nvSpPr>
        <p:spPr>
          <a:xfrm>
            <a:off x="522360" y="1089000"/>
            <a:ext cx="8100720" cy="33300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rgbClr val="006ab3"/>
                </a:solidFill>
                <a:latin typeface="Arial"/>
              </a:rPr>
              <a:t>Untertitel (bearbeiten)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74BAB57F-3AB2-4DA4-AD1B-6B5F8803D14D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936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algn="r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Kapiteltrenner (bearbeiten)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3" name="PlaceHolder 2"/>
          <p:cNvSpPr>
            <a:spLocks noGrp="1"/>
          </p:cNvSpPr>
          <p:nvPr>
            <p:ph type="ftr" idx="66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468767E2-FAF1-45C7-838C-D2173B106C51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4" name="PlaceHolder 1"/>
          <p:cNvSpPr>
            <a:spLocks noGrp="1"/>
          </p:cNvSpPr>
          <p:nvPr>
            <p:ph type="title"/>
          </p:nvPr>
        </p:nvSpPr>
        <p:spPr>
          <a:xfrm>
            <a:off x="2887200" y="3034440"/>
            <a:ext cx="57348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algn="r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Kapiteltrenner (bearbeiten)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5" name="PlaceHolder 2"/>
          <p:cNvSpPr>
            <a:spLocks noGrp="1"/>
          </p:cNvSpPr>
          <p:nvPr>
            <p:ph type="ftr" idx="67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23600C07-C4A7-41C0-8A1D-41900ACD42E2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6" name="PlaceHolder 1"/>
          <p:cNvSpPr>
            <a:spLocks noGrp="1"/>
          </p:cNvSpPr>
          <p:nvPr>
            <p:ph type="title"/>
          </p:nvPr>
        </p:nvSpPr>
        <p:spPr>
          <a:xfrm>
            <a:off x="3654360" y="3034440"/>
            <a:ext cx="4968000" cy="91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algn="r">
              <a:lnSpc>
                <a:spcPct val="90000"/>
              </a:lnSpc>
              <a:buNone/>
            </a:pPr>
            <a:r>
              <a:rPr b="0" lang="de-DE" sz="2700" spc="-1" strike="noStrike">
                <a:solidFill>
                  <a:srgbClr val="006ab3"/>
                </a:solidFill>
                <a:latin typeface="Arial"/>
              </a:rPr>
              <a:t>Kapiteltrenner (bearbeiten)</a:t>
            </a:r>
            <a:endParaRPr b="0" lang="de-DE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7" name="PlaceHolder 2"/>
          <p:cNvSpPr>
            <a:spLocks noGrp="1"/>
          </p:cNvSpPr>
          <p:nvPr>
            <p:ph type="ftr" idx="68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8" name="PlaceHolder 3"/>
          <p:cNvSpPr>
            <a:spLocks noGrp="1"/>
          </p:cNvSpPr>
          <p:nvPr>
            <p:ph/>
          </p:nvPr>
        </p:nvSpPr>
        <p:spPr>
          <a:xfrm>
            <a:off x="0" y="1422360"/>
            <a:ext cx="3491640" cy="349200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txBody>
          <a:bodyPr lIns="0" rIns="0" tIns="540000" bIns="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92FF940B-9CFC-47F6-9A97-FA2BA750EC46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4.xml><?xml version="1.0" encoding="utf-8"?>
<a:theme xmlns:a="http://schemas.openxmlformats.org/drawingml/2006/main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5.xml><?xml version="1.0" encoding="utf-8"?>
<a:theme xmlns:a="http://schemas.openxmlformats.org/drawingml/2006/main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6.xml><?xml version="1.0" encoding="utf-8"?>
<a:theme xmlns:a="http://schemas.openxmlformats.org/drawingml/2006/main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7.xml><?xml version="1.0" encoding="utf-8"?>
<a:theme xmlns:a="http://schemas.openxmlformats.org/drawingml/2006/main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8.xml><?xml version="1.0" encoding="utf-8"?>
<a:theme xmlns:a="http://schemas.openxmlformats.org/drawingml/2006/main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9.xml><?xml version="1.0" encoding="utf-8"?>
<a:theme xmlns:a="http://schemas.openxmlformats.org/drawingml/2006/main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0.xml><?xml version="1.0" encoding="utf-8"?>
<a:theme xmlns:a="http://schemas.openxmlformats.org/drawingml/2006/main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1.xml><?xml version="1.0" encoding="utf-8"?>
<a:theme xmlns:a="http://schemas.openxmlformats.org/drawingml/2006/main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2.xml><?xml version="1.0" encoding="utf-8"?>
<a:theme xmlns:a="http://schemas.openxmlformats.org/drawingml/2006/main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3.xml><?xml version="1.0" encoding="utf-8"?>
<a:theme xmlns:a="http://schemas.openxmlformats.org/drawingml/2006/main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4.xml><?xml version="1.0" encoding="utf-8"?>
<a:theme xmlns:a="http://schemas.openxmlformats.org/drawingml/2006/main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5.xml><?xml version="1.0" encoding="utf-8"?>
<a:theme xmlns:a="http://schemas.openxmlformats.org/drawingml/2006/main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LibreOffice/7.5.3.2$Windows_x86 LibreOffice_project/9f56dff12ba03b9acd7730a5a481eea045e468f3</Application>
  <AppVersion>15.0000</AppVersion>
  <Words>618</Words>
  <Paragraphs>260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2020-09-16T09:44:36Z</dcterms:created>
  <dc:creator>Microsoft Office User</dc:creator>
  <dc:description/>
  <dc:language>de-DE</dc:language>
  <cp:lastModifiedBy/>
  <dcterms:modified xsi:type="dcterms:W3CDTF">2026-07-21T16:02:27Z</dcterms:modified>
  <cp:revision>4</cp:revision>
  <dc:subject/>
  <dc:title>Lorem ipsum  dolor sit amet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23</vt:i4>
  </property>
  <property fmtid="{D5CDD505-2E9C-101B-9397-08002B2CF9AE}" pid="3" name="PresentationFormat">
    <vt:lpwstr>Benutzerdefiniert</vt:lpwstr>
  </property>
  <property fmtid="{D5CDD505-2E9C-101B-9397-08002B2CF9AE}" pid="4" name="Slides">
    <vt:i4>25</vt:i4>
  </property>
</Properties>
</file>